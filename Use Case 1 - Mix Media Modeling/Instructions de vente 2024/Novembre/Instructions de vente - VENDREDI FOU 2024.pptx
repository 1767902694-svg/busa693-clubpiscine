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5" r:id="rId5"/>
    <p:sldId id="266" r:id="rId6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BCB"/>
    <a:srgbClr val="229FCC"/>
    <a:srgbClr val="7FCDE9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94"/>
  </p:normalViewPr>
  <p:slideViewPr>
    <p:cSldViewPr>
      <p:cViewPr>
        <p:scale>
          <a:sx n="75" d="100"/>
          <a:sy n="75" d="100"/>
        </p:scale>
        <p:origin x="3288" y="18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07/11/2024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2024-11-07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2024-11-07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2024-11-07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2024-11-07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2024-11-07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2024-11-07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2024-11-07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2024-11-07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2024-11-07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2024-11-07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2024-11-07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2024-11-07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0646" y="251520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 </a:t>
            </a:r>
            <a:b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</a:b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VENDREDI FOU</a:t>
            </a:r>
            <a:b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13 </a:t>
            </a:r>
            <a:r>
              <a:rPr lang="en-CA" sz="24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novembre</a:t>
            </a: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24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</a:t>
            </a:r>
            <a:r>
              <a:rPr lang="fr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PROMOTIONS SPÉCIALES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pic>
        <p:nvPicPr>
          <p:cNvPr id="4" name="Image 3" descr="Une image contenant texte, capture d’écran, graphisme, Police&#10;&#10;Description générée automatiquement">
            <a:extLst>
              <a:ext uri="{FF2B5EF4-FFF2-40B4-BE49-F238E27FC236}">
                <a16:creationId xmlns:a16="http://schemas.microsoft.com/office/drawing/2014/main" id="{B60F7C11-49DA-2294-66BF-02FEFACDC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961" y="2502993"/>
            <a:ext cx="4666084" cy="59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0646" y="251520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 </a:t>
            </a:r>
            <a:b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</a:b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VENDREDI FOU</a:t>
            </a:r>
            <a:b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13 </a:t>
            </a:r>
            <a:r>
              <a:rPr lang="en-CA" sz="24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novembre</a:t>
            </a: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24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</a:t>
            </a:r>
            <a:r>
              <a:rPr lang="fr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PROMOTIONS SPÉCIALES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6" y="2334374"/>
            <a:ext cx="6408713" cy="5232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dirty="0">
                <a:latin typeface="Calibri" panose="020F0502020204030204" pitchFamily="34" charset="0"/>
                <a:ea typeface="Calibri" panose="020F0502020204030204" pitchFamily="34" charset="0"/>
              </a:rPr>
              <a:t>Ces instructions sont des rabais SUPPLÉMENTAIRES pour la période du Black Friday. Les instructions de novembre demeurent en cours</a:t>
            </a:r>
            <a:r>
              <a:rPr lang="fr-CA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PISCINES HT</a:t>
            </a:r>
            <a:r>
              <a:rPr lang="fr-CA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Rabais additionnel de 200$ sur toutes les piscines hors terre (rabais total piscine de 1600$)+ 100$ de rabais supplémentaire sur les thermopompes Solstice ou TTI (rabais total thermopompe de 400$).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</a:rPr>
              <a:t>*Piscine en inventaire, livrable en 2024</a:t>
            </a:r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PISCINES CREUSÉES</a:t>
            </a:r>
            <a:r>
              <a:rPr lang="fr-CA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Robot Polaris F9450 GRATUIT à l’achat d’une piscine creusée de 10x20 minimum (valeur de 1549,99$).  Piscine en acier seulement.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" panose="020F0502020204030204" pitchFamily="34" charset="0"/>
                <a:ea typeface="Calibri" panose="020F0502020204030204" pitchFamily="34" charset="0"/>
              </a:rPr>
              <a:t>THERMOPOMPE: </a:t>
            </a:r>
            <a:r>
              <a:rPr lang="fr-CA" sz="1600" dirty="0">
                <a:latin typeface="Calibri" panose="020F0502020204030204" pitchFamily="34" charset="0"/>
                <a:ea typeface="Calibri" panose="020F0502020204030204" pitchFamily="34" charset="0"/>
              </a:rPr>
              <a:t>100$ de rabais additionnel sur les thermopompes Solstice et TTI (rabais total de 400$).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" panose="020F0502020204030204" pitchFamily="34" charset="0"/>
                <a:ea typeface="Calibri" panose="020F0502020204030204" pitchFamily="34" charset="0"/>
              </a:rPr>
              <a:t>MEUBLE: </a:t>
            </a:r>
            <a:r>
              <a:rPr lang="fr-CA" sz="1600" dirty="0">
                <a:latin typeface="Calibri" panose="020F0502020204030204" pitchFamily="34" charset="0"/>
                <a:ea typeface="Calibri" panose="020F0502020204030204" pitchFamily="34" charset="0"/>
              </a:rPr>
              <a:t>10% de rabais additionnel sur le dernier prix affiché de certains meubles. Voir Annexes MEUBLES pour la liste des produits admissibles</a:t>
            </a:r>
            <a:r>
              <a:rPr lang="fr-CA" sz="1600" b="1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" panose="020F0502020204030204" pitchFamily="34" charset="0"/>
                <a:ea typeface="Calibri" panose="020F0502020204030204" pitchFamily="34" charset="0"/>
              </a:rPr>
              <a:t>BBQ: </a:t>
            </a:r>
            <a:r>
              <a:rPr lang="fr-CA" sz="1600" dirty="0" err="1">
                <a:latin typeface="Calibri" panose="020F0502020204030204" pitchFamily="34" charset="0"/>
                <a:ea typeface="Calibri" panose="020F0502020204030204" pitchFamily="34" charset="0"/>
              </a:rPr>
              <a:t>Kamado</a:t>
            </a:r>
            <a:r>
              <a:rPr lang="fr-CA" sz="1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CA" sz="1600" dirty="0" err="1">
                <a:latin typeface="Calibri" panose="020F0502020204030204" pitchFamily="34" charset="0"/>
                <a:ea typeface="Calibri" panose="020F0502020204030204" pitchFamily="34" charset="0"/>
              </a:rPr>
              <a:t>Louisianna</a:t>
            </a:r>
            <a:r>
              <a:rPr lang="fr-CA" sz="1600" dirty="0">
                <a:latin typeface="Calibri" panose="020F0502020204030204" pitchFamily="34" charset="0"/>
                <a:ea typeface="Calibri" panose="020F0502020204030204" pitchFamily="34" charset="0"/>
              </a:rPr>
              <a:t> Grill à 1299,99$ (179118). Voir annexes BBQ pour les rabais Napoléon (21 novembre au 5 décembre).</a:t>
            </a:r>
            <a:endParaRPr lang="fr-CA" sz="16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" panose="020F0502020204030204" pitchFamily="34" charset="0"/>
                <a:ea typeface="Calibri" panose="020F0502020204030204" pitchFamily="34" charset="0"/>
              </a:rPr>
              <a:t>FITNESS</a:t>
            </a:r>
            <a:r>
              <a:rPr lang="fr-CA" sz="1600" dirty="0">
                <a:latin typeface="Calibri" panose="020F0502020204030204" pitchFamily="34" charset="0"/>
                <a:ea typeface="Calibri" panose="020F0502020204030204" pitchFamily="34" charset="0"/>
              </a:rPr>
              <a:t>: Voir rabais additionnels dans l’Annexe FITNESS.</a:t>
            </a:r>
          </a:p>
          <a:p>
            <a:endParaRPr lang="fr-CA" sz="1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C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Pas de rabais additionnel pour les autres catégories de produits. On vous invite à </a:t>
            </a:r>
            <a:r>
              <a:rPr lang="fr-CA" sz="1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mettre des rabais supplémentaires sur vos démos ou vieilles collections</a:t>
            </a:r>
            <a:r>
              <a:rPr lang="fr-C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!</a:t>
            </a:r>
            <a:endParaRPr lang="fr-CA" sz="1300" i="1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420AAA-12D2-4AC7-942C-85A638A5614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040" y="8562054"/>
            <a:ext cx="2492896" cy="4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227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C2983F-A901-4A0E-A2ED-D9DFE5617E9A}"/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29809</TotalTime>
  <Words>232</Words>
  <Application>Microsoft Office PowerPoint</Application>
  <PresentationFormat>Affichage à l'écran 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Thème Office</vt:lpstr>
      <vt:lpstr>Instructions de vente  VENDREDI FOU 13 novembre au 3 décembre 2024</vt:lpstr>
      <vt:lpstr>Instructions de vente  VENDREDI FOU 13 novembre au 3 décembre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930</cp:revision>
  <cp:lastPrinted>2022-04-27T14:46:34Z</cp:lastPrinted>
  <dcterms:created xsi:type="dcterms:W3CDTF">2017-05-24T18:44:46Z</dcterms:created>
  <dcterms:modified xsi:type="dcterms:W3CDTF">2024-11-07T15:56:56Z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