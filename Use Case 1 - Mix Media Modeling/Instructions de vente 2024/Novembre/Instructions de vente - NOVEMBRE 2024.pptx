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25/10/2024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2024-10-25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2024-10-25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2024-10-25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2024-10-25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2024-10-25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1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3.png"/><Relationship Id="rId4" Type="http://schemas.openxmlformats.org/officeDocument/2006/relationships/tags" Target="../tags/tag58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1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4.xml"/><Relationship Id="rId7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4355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 de la promo de financement pour laisser place aux promotions du Vendredi fou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3800$ de rabais et avantages sur les spas. Voir détail plus loin.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 de la promo 2 taxes sur foyer et chauffe terrasse.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1400$ de rabais sur toutes les piscines hors terre + 300$ de rabais sur un thermopompe Solstice ou TTI.</a:t>
            </a:r>
            <a:endParaRPr lang="fr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de 300$ sur les modèles Solstice et TTI. </a:t>
            </a:r>
            <a:endParaRPr lang="fr-CA" sz="1400" dirty="0">
              <a:solidFill>
                <a:schemeClr val="accent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SAUNA: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Voir nouveaux rabais en cours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FITNESS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Voir nouveaux rabais en cour.</a:t>
            </a:r>
          </a:p>
          <a:p>
            <a:endParaRPr lang="en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r>
              <a:rPr lang="fr-CA" sz="12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VENDREDI FOU</a:t>
            </a:r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 13 novembre au 3 décembre. Instructions à venir d’ici 2 semaines.</a:t>
            </a:r>
          </a:p>
          <a:p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1250$ de rabais </a:t>
            </a:r>
            <a:r>
              <a:rPr lang="fr-CA" sz="1200" dirty="0"/>
              <a:t>sur la série J300 et J400 (sauf le J495)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750$ de rabais </a:t>
            </a:r>
            <a:r>
              <a:rPr lang="fr-CA" sz="1200" dirty="0"/>
              <a:t>sur la série J200 et le J495 (Smart tub non inclus sur les modèles J200 2024)</a:t>
            </a:r>
          </a:p>
          <a:p>
            <a:r>
              <a:rPr lang="fr-FR" sz="1200" dirty="0">
                <a:effectLst/>
                <a:latin typeface="-apple-system"/>
              </a:rPr>
              <a:t> </a:t>
            </a:r>
            <a:r>
              <a:rPr lang="fr-CA" sz="1200" dirty="0"/>
              <a:t>	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Tapis chauffants GRATUITS à l’achat d’un spa 2024 (EN INVENTAIRE SEULEMENT)! </a:t>
            </a:r>
            <a:r>
              <a:rPr lang="fr-FR" sz="1200" dirty="0"/>
              <a:t>Nous suggérons le combo en jaune ci-dessous mais le client peut choisir les tapis de son choix pour une valeur totale maximale de 779$. On souhaite ici favoriser les </a:t>
            </a:r>
            <a:r>
              <a:rPr lang="fr-FR" sz="1200" i="1" dirty="0" err="1"/>
              <a:t>upsale</a:t>
            </a:r>
            <a:r>
              <a:rPr lang="fr-FR" sz="1200" dirty="0"/>
              <a:t> et donc de vendre des tapis additionnels au client. Si le client ne prend pas les tapis, on enlève un montant de 200$. </a:t>
            </a:r>
            <a:r>
              <a:rPr lang="fr-FR" sz="1200" b="1" dirty="0"/>
              <a:t>On ne donne pas de tapis à l’achat d’un modèle 2025.</a:t>
            </a:r>
            <a:endParaRPr lang="fr-FR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2024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 à prix réguliers.</a:t>
            </a:r>
          </a:p>
          <a:p>
            <a:endParaRPr lang="fr-CA" sz="1200" dirty="0"/>
          </a:p>
          <a:p>
            <a:r>
              <a:rPr lang="fr-CA" sz="1200" b="1" dirty="0"/>
              <a:t>PUBLICITÉ</a:t>
            </a:r>
            <a:r>
              <a:rPr lang="fr-CA" sz="1200" dirty="0"/>
              <a:t>: La promotion jusqu’à 3800$ de rabais et avantages comprend 1250$ de rabais + 1900$ Trousse d’économie d’énergie + 740$ de tapis chauffant. Modèles 2024 en stock seulement.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871F85-9C88-3367-5893-48870D9D6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2816" y="4006180"/>
            <a:ext cx="3717032" cy="66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5707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1000$ de rabais </a:t>
            </a:r>
            <a:r>
              <a:rPr lang="fr-CA" sz="1400" dirty="0"/>
              <a:t>sur les modèles 2024  applicable sur le prix régulier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Tapis chauffants GRATUITS à l’achat d’un spa 2024 (EN INVENTAIRE SEULEMENT)! </a:t>
            </a:r>
            <a:r>
              <a:rPr lang="fr-FR" sz="1400" dirty="0"/>
              <a:t>Nous suggérons le combo en jaune ci-dessous mais le client peut choisir les tapis de son choix pour une valeur totale maximale de 779$. On souhaite ici favoriser les </a:t>
            </a:r>
            <a:r>
              <a:rPr lang="fr-FR" sz="1400" i="1" dirty="0" err="1"/>
              <a:t>upsale</a:t>
            </a:r>
            <a:r>
              <a:rPr lang="fr-FR" sz="1400" dirty="0"/>
              <a:t> et donc de vendre des tapis additionnels au client. Si le client ne prend pas les tapis, on enlève un montant de 200$. </a:t>
            </a:r>
            <a:r>
              <a:rPr lang="fr-FR" sz="1400" b="1" dirty="0"/>
              <a:t>On ne donne pas de tapis à l’achat d’un modèle 2025: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 à prix réguliers.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ACADF4-0887-EDA6-D9F6-69446D5E5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808" y="4186486"/>
            <a:ext cx="3717032" cy="66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5FD9-3F53-F1C8-F75E-4C30132DD58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4644" y="4598672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SAUNAS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4643" y="4958712"/>
            <a:ext cx="6408713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rabais en cours sur tous les PURE CUBE.</a:t>
            </a:r>
            <a:endParaRPr lang="fr-CA" sz="2000" dirty="0"/>
          </a:p>
          <a:p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</a:t>
            </a:r>
            <a:r>
              <a:rPr lang="fr-CA" sz="1600" dirty="0"/>
              <a:t>Aucun changement donc jusqu’à 40% de rabais sur les meubles et accessoires.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1600" dirty="0"/>
              <a:t>Fin de la promo de financement.</a:t>
            </a:r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98A85-28E6-9084-5552-296CB412346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59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66828-647B-D170-87FC-F8145DDC9F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716016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Aucune promotion en cours</a:t>
            </a: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Voir rabais en cours dans l’annexes.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2954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1400$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300$</a:t>
            </a:r>
            <a:r>
              <a:rPr lang="fr-CA" sz="1400" dirty="0"/>
              <a:t> sur prix régulier d’une thermopompe SOLSTICE ou TTI. Le rabais est le même que si la thermopompe est achetée seule.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Bracelet </a:t>
            </a:r>
            <a:r>
              <a:rPr lang="fr-CA" sz="1400" b="1" dirty="0"/>
              <a:t>SURVEILLANT DÉSIGNÉ</a:t>
            </a:r>
            <a:r>
              <a:rPr lang="fr-CA" sz="14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2 serviettes Club Piscine</a:t>
            </a:r>
            <a:endParaRPr lang="fr-CA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Bracelet </a:t>
            </a:r>
            <a:r>
              <a:rPr lang="fr-CA" sz="1600" b="1" dirty="0"/>
              <a:t>SURVEILLANT DÉSIGNÉ</a:t>
            </a:r>
            <a:r>
              <a:rPr lang="fr-CA" sz="16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2 serviettes Club Piscine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538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300" dirty="0">
                <a:ea typeface="Calibri" panose="020F0502020204030204" pitchFamily="34" charset="0"/>
                <a:cs typeface="Times New Roman" panose="02020603050405020304" pitchFamily="18" charset="0"/>
              </a:rPr>
              <a:t>RABAIS DE 5000$ SUR TOUTES LES PISCINES EN ACIER</a:t>
            </a:r>
            <a:endParaRPr lang="fr-CA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399593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351383"/>
            <a:ext cx="6408713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MOVA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Aucun changement. Rabais de jusqu’à 4500$ </a:t>
            </a:r>
            <a:r>
              <a:rPr lang="fr-CA" sz="13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DE 1500$ </a:t>
            </a:r>
            <a:r>
              <a:rPr lang="fr-CA" sz="1300" dirty="0"/>
              <a:t>(50% de rabais) sur le combo Thermopompe Solstice et le </a:t>
            </a:r>
            <a:r>
              <a:rPr lang="fr-CA" sz="1300" dirty="0" err="1"/>
              <a:t>chlorateur</a:t>
            </a:r>
            <a:r>
              <a:rPr lang="fr-CA" sz="1300" dirty="0"/>
              <a:t> au sel POLARIS </a:t>
            </a:r>
            <a:r>
              <a:rPr lang="fr-CA" sz="1300" dirty="0" err="1"/>
              <a:t>Autoclear</a:t>
            </a:r>
            <a:r>
              <a:rPr lang="fr-CA" sz="13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b="1" dirty="0"/>
          </a:p>
          <a:p>
            <a:r>
              <a:rPr lang="fr-CA" sz="1300" b="1" dirty="0">
                <a:sym typeface="Wingdings" panose="05000000000000000000" pitchFamily="2" charset="2"/>
              </a:rPr>
              <a:t>AQUARINO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Aucun changement. Rabais jusqu’à 8500$ </a:t>
            </a:r>
            <a:r>
              <a:rPr lang="fr-CA" sz="1300" dirty="0"/>
              <a:t>sur certaines piscines AQUARINO équipées et installées (rabais de 3500$ si piscine seule).</a:t>
            </a:r>
            <a:endParaRPr lang="fr-CA" sz="1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DE 1500$ </a:t>
            </a:r>
            <a:r>
              <a:rPr lang="fr-CA" sz="1300" dirty="0"/>
              <a:t>(50% de rabais) sur le combo Thermopompe Solstice et le </a:t>
            </a:r>
            <a:r>
              <a:rPr lang="fr-CA" sz="1300" dirty="0" err="1"/>
              <a:t>chlorinateur</a:t>
            </a:r>
            <a:r>
              <a:rPr lang="fr-CA" sz="1300" dirty="0"/>
              <a:t> au sel POLARIS </a:t>
            </a:r>
            <a:r>
              <a:rPr lang="fr-CA" sz="1300" dirty="0" err="1"/>
              <a:t>Autoclear</a:t>
            </a:r>
            <a:r>
              <a:rPr lang="fr-CA" sz="13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dirty="0"/>
              <a:t>PRIX 2025: Voir nouvel onglet FIBRE 2025 basé sur  l’estimé de l’augmentation prévue l’an prochain.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 </a:t>
            </a:r>
            <a:r>
              <a:rPr lang="fr-CA" sz="1600" dirty="0"/>
              <a:t>sur tous les modèles TTI</a:t>
            </a:r>
            <a:endParaRPr lang="fr-CA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lvl="1"/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4360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5720" y="5796136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444208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annexes pour les nouveaux rabais en cours.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Nouveautés prévues en janvier 2025.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FAIRSTONE </a:t>
            </a:r>
            <a:endParaRPr lang="fr-CA" sz="1600" b="1" dirty="0">
              <a:highlight>
                <a:srgbClr val="FFFF00"/>
              </a:highlight>
            </a:endParaRPr>
          </a:p>
          <a:p>
            <a:r>
              <a:rPr lang="fr-CA" sz="14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Autres : </a:t>
            </a:r>
            <a:r>
              <a:rPr lang="fr-CA" sz="1400" dirty="0"/>
              <a:t>Il est possible d’offrir l’un des 5 plans qui sont également offerts en ligne à l’achat de 500$ et+ . Voir votre gestionnaire pour plus de détail.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3 mois sans paiement ( code 12030)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12 mois différé avec paiement mensuel min. de 5% (code 13120)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Avec intérêt: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b="1" dirty="0"/>
          </a:p>
          <a:p>
            <a:r>
              <a:rPr lang="fr-CA" sz="1600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PISCINE CREUSÉE &amp; FIBRE : </a:t>
            </a:r>
            <a:r>
              <a:rPr lang="fr-CA" sz="1400" dirty="0"/>
              <a:t>Aucun financement inclus dans la promotion du mois mais il est suggéré d’utiliser le Financement </a:t>
            </a:r>
            <a:r>
              <a:rPr lang="fr-CA" sz="1400" b="1" dirty="0"/>
              <a:t>FINANCE IT </a:t>
            </a:r>
            <a:r>
              <a:rPr lang="fr-CA" sz="14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Le 6 mois débute à la livraison/installation.</a:t>
            </a:r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104" y="387288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30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BCE8E5-06FA-46EA-AA91-AE1AE3150BA6}"/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48519</TotalTime>
  <Words>1472</Words>
  <Application>Microsoft Office PowerPoint</Application>
  <PresentationFormat>Affichage à l'écran (4:3)</PresentationFormat>
  <Paragraphs>202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5" baseType="lpstr">
      <vt:lpstr>-apple-system</vt:lpstr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  <vt:lpstr>Instructions de vente 30 octobre au 3 décembre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1472</cp:revision>
  <cp:lastPrinted>2022-04-27T14:46:34Z</cp:lastPrinted>
  <dcterms:created xsi:type="dcterms:W3CDTF">2017-05-24T18:44:46Z</dcterms:created>
  <dcterms:modified xsi:type="dcterms:W3CDTF">2024-10-25T18:54:34Z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