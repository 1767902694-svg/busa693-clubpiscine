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  <p:sldId id="286" r:id="rId19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59" d="100"/>
          <a:sy n="59" d="100"/>
        </p:scale>
        <p:origin x="2525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28/06/2024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2024-06-28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2024-06-28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2024-06-28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2024-06-28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2024-06-28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2024-06-28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2024-06-28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2024-06-28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2024-06-28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2024-06-28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2024-06-28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2024-06-28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1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1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2.png"/><Relationship Id="rId4" Type="http://schemas.openxmlformats.org/officeDocument/2006/relationships/tags" Target="../tags/tag54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1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0.xml"/><Relationship Id="rId7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10" Type="http://schemas.openxmlformats.org/officeDocument/2006/relationships/image" Target="../media/image5.png"/><Relationship Id="rId4" Type="http://schemas.openxmlformats.org/officeDocument/2006/relationships/tags" Target="../tags/tag71.xml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60631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changements: </a:t>
            </a:r>
            <a:r>
              <a:rPr lang="fr-CA" sz="12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A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  <a:r>
              <a:rPr lang="fr-FR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1000$ de rabais sur tous les SOLSTICE et JACUZZI J200 et 1500$ de rabais sur les JACUZZI J300 &amp; J400 + Rien à payer avant 2025 ( 9 mois sans paiement) 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SPA DE NAGE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Aucun changement.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MEUBLES, PARASOLS et ACESSOIRES: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 Jusqu’à 40% de rabais. Voir Annexes.</a:t>
            </a:r>
            <a:endParaRPr lang="fr-FR" sz="12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GAZEBOS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 Rabais et cartes promo en cours. Voir Annexes.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BBQ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Plusieurs rabais en cours. Voir Annexes.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1300$ de rabais sur les piscines HT + 500$ à l’achat d’une thermopompe Solstice 50k BTU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CREUSÉE: 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Aucun changement.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FIBRE:  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Aucun changement.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THERMOPOMPES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Rabais jusqu’à 500$ sur les Solstice.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CA" sz="12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fr-CA" sz="14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FESTVAL ESTIVAL 5-6-7 juillet  (valide 3 jours )– Rabais en magasin seulement</a:t>
            </a:r>
          </a:p>
          <a:p>
            <a:pPr>
              <a:lnSpc>
                <a:spcPct val="150000"/>
              </a:lnSpc>
            </a:pP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Mêmes promotions que la Liquidation de juillet PLUS:</a:t>
            </a: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Rabais de 25% sur les gonflables à prix régulier (</a:t>
            </a:r>
            <a:r>
              <a:rPr lang="fr-CA" sz="1200" b="1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Intex</a:t>
            </a: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CA" sz="1200" b="1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Bestway</a:t>
            </a: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CA" sz="1200" b="1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Swimline</a:t>
            </a: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COMBO Just Salt + pompe AI 1,25HP GRATUIT à l’achat d’une piscine creusée en acier (valeur de 2700$).</a:t>
            </a: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fr-FR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COMBO </a:t>
            </a:r>
            <a:r>
              <a:rPr lang="fr-FR" sz="1200" b="1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InTouch</a:t>
            </a:r>
            <a:r>
              <a:rPr lang="fr-FR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Jets lights + Ozone GRATUITS à l'achat d’un  spa Solstice (valeur 599$)</a:t>
            </a:r>
          </a:p>
          <a:p>
            <a:pPr>
              <a:lnSpc>
                <a:spcPct val="150000"/>
              </a:lnSpc>
            </a:pPr>
            <a:r>
              <a:rPr lang="fr-FR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Note: Toutes les informations relatives aux Festival Estival ont été déposées sur le </a:t>
            </a:r>
            <a:r>
              <a:rPr lang="fr-FR" sz="1200" b="1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Sharepoint</a:t>
            </a:r>
            <a:r>
              <a:rPr lang="fr-FR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CA" sz="12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2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1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87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JACUZZI </a:t>
            </a:r>
            <a:endParaRPr lang="fr-CA" sz="16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1500$ de rabais </a:t>
            </a:r>
            <a:r>
              <a:rPr lang="fr-CA" sz="1600" dirty="0"/>
              <a:t>sur la série J300 et J400</a:t>
            </a:r>
            <a:endParaRPr lang="fr-CA" sz="16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1000$ de rabais </a:t>
            </a:r>
            <a:r>
              <a:rPr lang="fr-CA" sz="1600" dirty="0"/>
              <a:t>sur la série J200 (Smart tub non inclus sur les modèles J200 2024)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dirty="0"/>
              <a:t>La livraison </a:t>
            </a:r>
            <a:r>
              <a:rPr lang="fr-FR" sz="16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FINANCEMENT </a:t>
            </a:r>
            <a:r>
              <a:rPr lang="fr-FR" sz="1600" dirty="0"/>
              <a:t>(non publicisé)</a:t>
            </a:r>
            <a:r>
              <a:rPr lang="fr-FR" sz="1600" b="1" dirty="0"/>
              <a:t>:  Rien à payer pendant 9 mois avec FAIRSTONE (code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12090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fr-CA" sz="1600" b="1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On donne 5% de rabais supplémentaire si le client ne prend pas le financement.</a:t>
            </a:r>
          </a:p>
          <a:p>
            <a:pPr lvl="0"/>
            <a:endParaRPr lang="fr-CA" sz="1600" b="1" dirty="0"/>
          </a:p>
          <a:p>
            <a:pPr lvl="0"/>
            <a:r>
              <a:rPr lang="fr-CA" sz="1600" b="1" dirty="0"/>
              <a:t>Publicité: </a:t>
            </a:r>
            <a:r>
              <a:rPr lang="fr-CA" sz="1600" dirty="0"/>
              <a:t>Nous allons mentionner ‘’jusqu’à 3400$ en rabais et avantages totaux’’. Ceci inclus: le rabais de 1500$ + la trousse d’économie d’énergie selon les séries.</a:t>
            </a:r>
          </a:p>
          <a:p>
            <a:pPr lvl="0"/>
            <a:endParaRPr lang="fr-CA" sz="1600" b="1" dirty="0"/>
          </a:p>
          <a:p>
            <a:pPr lvl="0"/>
            <a:endParaRPr lang="fr-CA" sz="1600" b="1" dirty="0"/>
          </a:p>
          <a:p>
            <a:pPr lvl="0"/>
            <a:r>
              <a:rPr lang="fr-CA" sz="1600" b="1" dirty="0"/>
              <a:t>Tous les modèles 2024 viennent avec la promotion ‘’Trousse énergétique </a:t>
            </a:r>
            <a:r>
              <a:rPr lang="fr-CA" sz="1600" b="1" dirty="0" err="1"/>
              <a:t>SmartTub</a:t>
            </a:r>
            <a:r>
              <a:rPr lang="fr-CA" sz="1600" b="1" dirty="0"/>
              <a:t> </a:t>
            </a:r>
            <a:r>
              <a:rPr lang="fr-CA" sz="1600" b="1" dirty="0" err="1"/>
              <a:t>play</a:t>
            </a:r>
            <a:r>
              <a:rPr lang="fr-CA" sz="1600" b="1" dirty="0"/>
              <a:t>’’ d’une valeur ajoutée de </a:t>
            </a:r>
            <a:r>
              <a:rPr lang="fr-CA" sz="1600" dirty="0"/>
              <a:t>: </a:t>
            </a:r>
            <a:endParaRPr lang="fr-CA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2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2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2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2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6617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6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1000$ de rabais </a:t>
            </a:r>
            <a:r>
              <a:rPr lang="fr-CA" sz="1600" dirty="0"/>
              <a:t>sur les modèles 2024  applicable sur le prix régulier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FINANCEMENT </a:t>
            </a:r>
            <a:r>
              <a:rPr lang="fr-FR" sz="1600" dirty="0"/>
              <a:t>(non publicisé) </a:t>
            </a:r>
            <a:r>
              <a:rPr lang="fr-FR" sz="1600" b="1" dirty="0"/>
              <a:t>: Rien à payer pendant 9 mois avec FAIRSTONE (code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12090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fr-CA" sz="1600" b="1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On donne 5% de rabais supplémentaire si le client ne prend pas le financement.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PROMO: OBTENEZ 2 SERVIETTES SOLSTICE À L’ACHAT D’UN SPA </a:t>
            </a:r>
            <a:r>
              <a:rPr lang="fr-CA" sz="1600" dirty="0"/>
              <a:t>(</a:t>
            </a:r>
            <a:r>
              <a:rPr lang="fr-CA" sz="1600" i="1" dirty="0"/>
              <a:t>PTR 173988)</a:t>
            </a:r>
            <a:r>
              <a:rPr lang="fr-CA" sz="16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dirty="0"/>
              <a:t>La livraison </a:t>
            </a:r>
            <a:r>
              <a:rPr lang="fr-CA" sz="1600" b="1" dirty="0"/>
              <a:t>N’EST PAS INCLUSE</a:t>
            </a:r>
          </a:p>
          <a:p>
            <a:pPr lvl="0"/>
            <a:endParaRPr lang="fr-CA" sz="1600" b="1" dirty="0"/>
          </a:p>
          <a:p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FESTIVAL ESTIVAL 5-6-7 juillet seulement: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COMBO </a:t>
            </a:r>
            <a:r>
              <a:rPr lang="fr-FR" sz="1600" b="1" dirty="0" err="1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InTouch</a:t>
            </a:r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Jets lights + Ozone GRATUITS à l'achat d’un  spa Solstice (valeur 599$). </a:t>
            </a:r>
            <a:r>
              <a:rPr lang="fr-FR" sz="1600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 nouvelle commande seulement. Promotion financé par </a:t>
            </a:r>
            <a:r>
              <a:rPr lang="fr-FR" sz="1600" dirty="0" err="1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Bewell</a:t>
            </a:r>
            <a:r>
              <a:rPr lang="fr-FR" sz="1600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fr-CA" sz="1600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Spa Blizzard édition limitée en promotion à  6999$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livraison n’est pas incluse.</a:t>
            </a:r>
            <a:r>
              <a:rPr lang="fr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N’oubliez pas de parler du concours ‘’Gagnez votre spa’’</a:t>
            </a:r>
            <a:endParaRPr lang="fr-CA" dirty="0"/>
          </a:p>
          <a:p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1877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2000$ sur les spas de nage </a:t>
            </a:r>
            <a:r>
              <a:rPr lang="fr-CA" sz="1600" b="1" dirty="0" err="1"/>
              <a:t>Poweractive</a:t>
            </a:r>
            <a:r>
              <a:rPr lang="fr-CA" sz="1600" b="1" dirty="0"/>
              <a:t> et </a:t>
            </a:r>
            <a:r>
              <a:rPr lang="fr-CA" sz="1600" b="1" dirty="0" err="1"/>
              <a:t>Powerpro</a:t>
            </a:r>
            <a:r>
              <a:rPr lang="fr-CA" sz="1600" b="1" dirty="0"/>
              <a:t> J-16 J-19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1000$ sur le J-13.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Les frais de de livraison de base sont inclus dans le prix. Les frais de grue sont en sus. 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LIQUIDATION : Jusqu’à 40% de rabais sur les meubles et accessoires. </a:t>
            </a:r>
            <a:r>
              <a:rPr lang="fr-CA" sz="1600" dirty="0"/>
              <a:t>Voir annexes de vente pour les nouveaux rabais. La publicité mentionnera jusqu’à 50% sur les démos magasins.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FINANCEMENT : </a:t>
            </a:r>
            <a:r>
              <a:rPr lang="fr-CA" sz="1600" dirty="0"/>
              <a:t>Aucun plan de financement promotionnel mais vous pouvez offrir l’un des 5 plans Fairstone également offerts en ligne. Voir dernière page des instructions de vente pour les détails.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Ajout de </a:t>
            </a:r>
            <a:r>
              <a:rPr lang="fr-CA" b="1" dirty="0"/>
              <a:t>carte promo </a:t>
            </a:r>
            <a:r>
              <a:rPr lang="fr-CA" dirty="0"/>
              <a:t>à l’achat des VISSCHER. Voir annexes de ventes GAZEBO pour les détails et rabais en cours. Bien regardé la colonne NOTE.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Aucune promotion de financement.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A162E0D-C84B-5103-A90E-753D24EAE91A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Plusieurs promotions en cours avec des dates de validation différentes. Vous référer à l’annexe BBQ pour tous les détails </a:t>
            </a:r>
            <a:r>
              <a:rPr lang="fr-CA" dirty="0">
                <a:latin typeface="Calibri" panose="020F0502020204030204" pitchFamily="34" charset="0"/>
              </a:rPr>
              <a:t>(bien lire la colonne ‘’Note’’).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rabais.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2000" b="1" dirty="0">
                <a:sym typeface="Wingdings" panose="05000000000000000000" pitchFamily="2" charset="2"/>
              </a:rPr>
              <a:t>CARVIN  &amp; TRENDIUM (VOGUE) </a:t>
            </a:r>
            <a:endParaRPr lang="fr-CA" sz="20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1300$ </a:t>
            </a:r>
            <a:r>
              <a:rPr lang="fr-CA" sz="1600" dirty="0"/>
              <a:t>sur toutes les piscines hors terre Seules, Équipées et Équipées &amp; Installées. </a:t>
            </a:r>
            <a:r>
              <a:rPr lang="fr-CA" sz="1600" b="1" dirty="0"/>
              <a:t>Exception</a:t>
            </a:r>
            <a:r>
              <a:rPr lang="fr-CA" sz="1600" dirty="0"/>
              <a:t>: modèle SYDNEY avec un rabais de 1000$.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500$</a:t>
            </a:r>
            <a:r>
              <a:rPr lang="fr-CA" sz="1600" dirty="0"/>
              <a:t> sur prix régulier d’une thermopompe SOLSTICE de 50k BTU.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 </a:t>
            </a:r>
            <a:r>
              <a:rPr lang="fr-CA" sz="1600" dirty="0"/>
              <a:t>pour les modèles SOLSTICE 65k et 85k BTU.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 </a:t>
            </a:r>
            <a:r>
              <a:rPr lang="fr-CA" sz="1600" dirty="0"/>
              <a:t>sur les TTI.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Ces rabais sont les mêmes si la thermopompe est achetée seule.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SILENCIEUX: </a:t>
            </a:r>
            <a:r>
              <a:rPr lang="fr-CA" sz="1600" dirty="0"/>
              <a:t>vous avez la possibilité d’ajouter un rabais de 300$ en plus du 1300$ déjà en cours selon votre marché et votre réalité locale.</a:t>
            </a:r>
          </a:p>
          <a:p>
            <a:pPr lvl="1"/>
            <a:endParaRPr lang="fr-CA" sz="1600" b="1" dirty="0"/>
          </a:p>
          <a:p>
            <a:r>
              <a:rPr lang="fr-CA" sz="1600" b="1" dirty="0"/>
              <a:t>PUBLICITÉ</a:t>
            </a:r>
            <a:r>
              <a:rPr lang="fr-CA" sz="1600" dirty="0"/>
              <a:t>: Nous allons publicisé la MAHO/SOHO 12pi équipée à 2999$.</a:t>
            </a:r>
          </a:p>
          <a:p>
            <a:endParaRPr lang="fr-CA" sz="1600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b="1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500$</a:t>
            </a:r>
            <a:r>
              <a:rPr lang="fr-CA" sz="1600" dirty="0"/>
              <a:t> sur prix régulier d’une thermopompe SOLSTICE de 50k BTU à l’achat d’une piscine hors terre.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 </a:t>
            </a:r>
            <a:r>
              <a:rPr lang="fr-CA" sz="1600" dirty="0"/>
              <a:t>pour les modèles SOLSTICE 65k et 85k BTU.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 </a:t>
            </a:r>
            <a:r>
              <a:rPr lang="fr-CA" sz="1600" dirty="0"/>
              <a:t>sur les TTI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RABAIS DE 5000$ SUR TOUTES LES PISCINES 12X24 ET PLUS. Sinon rabais de 4000$ sur les plus petits modèles.</a:t>
            </a:r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FESTIVAL ESTIVAL 5-6-7 juillet seulement: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2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COMBO Just Salt + pompe AI 1,25HP GRATUIT à l’achat d’une piscine creusée (valeur de 2700$). </a:t>
            </a:r>
            <a:r>
              <a:rPr lang="fr-CA" sz="1200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 de fibre exclue. </a:t>
            </a:r>
            <a:endParaRPr lang="fr-CA" sz="12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200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Détail: 178624 MC50JUST, Système au sel Moov </a:t>
            </a:r>
            <a:r>
              <a:rPr lang="fr-CA" sz="1200" dirty="0" err="1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Justsalt</a:t>
            </a:r>
            <a:r>
              <a:rPr lang="fr-CA" sz="1200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50 000 L + 179485 MP15AI, Pompe AI 1.25HP à vitesse variable.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200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IMPORTANT: Pendant ces 3 jours le rabais piscine creusée est réduit de 1000$ pour pouvoir offrir cette promotion. Le fournisseur assume à 60% la promotion du combo. </a:t>
            </a:r>
            <a:r>
              <a:rPr lang="fr-CA" sz="12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Voir courriel envoyé aux propriétaires pour la procédure de réclamation.</a:t>
            </a: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5180527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5535974"/>
            <a:ext cx="6408713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sym typeface="Wingdings" panose="05000000000000000000" pitchFamily="2" charset="2"/>
              </a:rPr>
              <a:t>MOVA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de jusqu’à 4500$ </a:t>
            </a:r>
            <a:r>
              <a:rPr lang="fr-CA" sz="14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r>
              <a:rPr lang="fr-CA" sz="1400" b="1" dirty="0">
                <a:sym typeface="Wingdings" panose="05000000000000000000" pitchFamily="2" charset="2"/>
              </a:rPr>
              <a:t>AQUARINO</a:t>
            </a:r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jusqu’à 8500$ </a:t>
            </a:r>
            <a:r>
              <a:rPr lang="fr-CA" sz="1400" dirty="0"/>
              <a:t>sur certaines piscines AQUARINO équipées et installées (rabais de 3500$ si piscine seule).</a:t>
            </a:r>
            <a:endParaRPr lang="fr-CA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500$</a:t>
            </a:r>
            <a:r>
              <a:rPr lang="fr-CA" sz="1600" dirty="0"/>
              <a:t> sur le prix RÉGULIER de toutes les Thermopompes SOLSTICE 50k BTU et </a:t>
            </a:r>
            <a:r>
              <a:rPr lang="fr-CA" sz="1600" b="1" dirty="0"/>
              <a:t>400$ </a:t>
            </a:r>
            <a:r>
              <a:rPr lang="fr-CA" sz="1600" dirty="0"/>
              <a:t>sur les autres 65k et 85k BTU.  </a:t>
            </a:r>
          </a:p>
          <a:p>
            <a:endParaRPr lang="fr-CA" sz="1600" b="1" dirty="0"/>
          </a:p>
          <a:p>
            <a:r>
              <a:rPr lang="fr-CA" sz="1600" b="1" dirty="0"/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 sur tous les modèles TTI</a:t>
            </a:r>
            <a:endParaRPr lang="fr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5715523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6075457"/>
            <a:ext cx="6408713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FESTIVAL ESTIVAL 5-6-7 juillet seulement: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25% de rabais sur les gonflables à prix réguliers (</a:t>
            </a:r>
            <a:r>
              <a:rPr lang="fr-FR" sz="1600" b="1" dirty="0" err="1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Intex</a:t>
            </a:r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600" b="1" dirty="0" err="1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Bestway</a:t>
            </a:r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600" b="1" dirty="0" err="1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Swimline</a:t>
            </a:r>
            <a:r>
              <a:rPr lang="fr-FR" sz="1600" b="1" dirty="0">
                <a:highlight>
                  <a:srgbClr val="7FCDE9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fr-CA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81" y="6732240"/>
            <a:ext cx="5705044" cy="1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1641" y="2260613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Même rabais sur le chlore Club Piscine en cours. Voir Annexes.</a:t>
            </a:r>
          </a:p>
        </p:txBody>
      </p:sp>
      <p:sp>
        <p:nvSpPr>
          <p:cNvPr id="8" name="Zone de texte 28">
            <a:extLst>
              <a:ext uri="{FF2B5EF4-FFF2-40B4-BE49-F238E27FC236}">
                <a16:creationId xmlns:a16="http://schemas.microsoft.com/office/drawing/2014/main" id="{DE1BFEE4-4674-BCD0-5B3D-603FE4AB0381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Aucun changement.</a:t>
            </a:r>
            <a:endParaRPr lang="en-US" b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587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FAIRSTONE </a:t>
            </a:r>
            <a:endParaRPr lang="fr-CA" b="1" dirty="0">
              <a:highlight>
                <a:srgbClr val="FFFF00"/>
              </a:highlight>
            </a:endParaRPr>
          </a:p>
          <a:p>
            <a:r>
              <a:rPr lang="fr-CA" sz="16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SPA </a:t>
            </a:r>
            <a:r>
              <a:rPr lang="fr-CA" sz="1600" dirty="0"/>
              <a:t>: 9 mois sans paiement ni intérêt </a:t>
            </a:r>
            <a:r>
              <a:rPr lang="fr-CA" sz="1600" b="1" dirty="0"/>
              <a:t>(code 12090</a:t>
            </a:r>
            <a:r>
              <a:rPr lang="fr-CA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Autres : </a:t>
            </a:r>
            <a:r>
              <a:rPr lang="fr-CA" sz="1600" dirty="0"/>
              <a:t>Il est possible d’offrir l’un des 5 plans qui sont également offerts en ligne à l’achat de 500$ et+ . Le frais au marchand est similaire à celui d’une carte de crédit </a:t>
            </a: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b="1" dirty="0"/>
          </a:p>
          <a:p>
            <a:r>
              <a:rPr lang="fr-CA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PISCINE CREUSÉE &amp; FIBRE : </a:t>
            </a:r>
            <a:r>
              <a:rPr lang="fr-CA" sz="1600" dirty="0"/>
              <a:t>Aucun financement inclus dans la promotion du mois mais il est suggéré d’utiliser le Financement </a:t>
            </a:r>
            <a:r>
              <a:rPr lang="fr-CA" sz="1600" b="1" dirty="0"/>
              <a:t>FINANCE IT </a:t>
            </a:r>
            <a:r>
              <a:rPr lang="fr-CA" sz="16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Financement sur terme @ 13.99%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Le 6 mois débute à la livraison/installation.</a:t>
            </a:r>
            <a:endParaRPr lang="fr-CA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278" y="3903308"/>
            <a:ext cx="2971798" cy="1865703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mai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2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62917C-28A1-2205-4D9F-C03638F799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08" y="3983197"/>
            <a:ext cx="2801516" cy="85479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D1B47A9-4321-DB06-5801-664B62A7D5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08" y="4969843"/>
            <a:ext cx="2801516" cy="7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3688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CONCOURS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69095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CA" sz="1400" b="1" dirty="0">
                <a:latin typeface="Brandon Grotesque Medium" panose="020B0603020203060202" pitchFamily="34" charset="0"/>
              </a:rPr>
              <a:t>Grâce à </a:t>
            </a:r>
            <a:r>
              <a:rPr lang="fr-CA" sz="1400" b="1" dirty="0" err="1">
                <a:latin typeface="Brandon Grotesque Black" panose="020B0A03020203060202" pitchFamily="34" charset="0"/>
              </a:rPr>
              <a:t>InnovaSpa</a:t>
            </a:r>
            <a:r>
              <a:rPr lang="fr-CA" sz="1400" b="1" dirty="0">
                <a:latin typeface="Brandon Grotesque Medium" panose="020B0603020203060202" pitchFamily="34" charset="0"/>
              </a:rPr>
              <a:t>, nous sommes heureux de faire tirer un spa BLIZZARD édition limitée! Ce concours est exclusif aux magasins Club Piscine et sera valide du 5 au 31 juillet seulement.</a:t>
            </a:r>
          </a:p>
          <a:p>
            <a:pPr algn="ctr"/>
            <a:endParaRPr lang="fr-CA" sz="1400" b="1" dirty="0">
              <a:latin typeface="Brandon Grotesque Medium" panose="020B0603020203060202" pitchFamily="34" charset="0"/>
            </a:endParaRPr>
          </a:p>
          <a:p>
            <a:pPr algn="ctr"/>
            <a:r>
              <a:rPr lang="fr-CA" sz="1400" b="1" dirty="0">
                <a:latin typeface="Brandon Grotesque Medium" panose="020B0603020203060202" pitchFamily="34" charset="0"/>
              </a:rPr>
              <a:t>COMMENT PARTICIPER?</a:t>
            </a:r>
          </a:p>
          <a:p>
            <a:pPr algn="ctr"/>
            <a:r>
              <a:rPr lang="fr-CA" sz="1400" b="1" dirty="0">
                <a:latin typeface="Brandon Grotesque Medium" panose="020B0603020203060202" pitchFamily="34" charset="0"/>
              </a:rPr>
              <a:t>La seule façon de participer est de se rendre dans un magasin Club Piscine! Le formulaire sera disponible </a:t>
            </a:r>
            <a:r>
              <a:rPr lang="fr-CA" sz="1400" b="1" u="sng" dirty="0">
                <a:latin typeface="Brandon Grotesque Medium" panose="020B0603020203060202" pitchFamily="34" charset="0"/>
              </a:rPr>
              <a:t>uniquement en magasin </a:t>
            </a:r>
            <a:r>
              <a:rPr lang="fr-CA" sz="1400" b="1" dirty="0">
                <a:latin typeface="Brandon Grotesque Medium" panose="020B0603020203060202" pitchFamily="34" charset="0"/>
              </a:rPr>
              <a:t>via un code QR imprimé sur l’affiche 30x38 du concours. Pour participer, le client devra numériser le code QR apparaissant sur l’affiche officielle du concours.</a:t>
            </a:r>
          </a:p>
          <a:p>
            <a:pPr algn="ctr"/>
            <a:r>
              <a:rPr lang="fr-CA" sz="1400" b="1" dirty="0">
                <a:latin typeface="Brandon Grotesque Light" panose="020B0303020203060202" pitchFamily="34" charset="0"/>
              </a:rPr>
              <a:t> </a:t>
            </a:r>
          </a:p>
          <a:p>
            <a:pPr algn="ctr"/>
            <a:r>
              <a:rPr lang="fr-CA" sz="1100" dirty="0">
                <a:latin typeface="Brandon Grotesque Thin" panose="020B0403020203060202" pitchFamily="34" charset="0"/>
              </a:rPr>
              <a:t>Aucun achat requis. Limite d’une participation par personne pour la durée du concours. Les employés et leur famille immédiate ne sont pas éligibles au concours. </a:t>
            </a: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100" dirty="0">
              <a:latin typeface="Brandon Grotesque Thin" panose="020B0403020203060202" pitchFamily="34" charset="0"/>
            </a:endParaRPr>
          </a:p>
          <a:p>
            <a:pPr algn="ctr"/>
            <a:endParaRPr lang="fr-CA" sz="1400" dirty="0">
              <a:latin typeface="Brandon Grotesque Thin" panose="020B0403020203060202" pitchFamily="34" charset="0"/>
            </a:endParaRPr>
          </a:p>
          <a:p>
            <a:pPr algn="ctr"/>
            <a:endParaRPr lang="fr-CA" sz="1400" dirty="0">
              <a:latin typeface="Brandon Grotesque Thin" panose="020B0403020203060202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15</a:t>
            </a:fld>
            <a:endParaRPr lang="fr-CA"/>
          </a:p>
        </p:txBody>
      </p:sp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au 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juillet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82AD235-F777-0976-0C10-ED006DF4EA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01" y="4788024"/>
            <a:ext cx="3168352" cy="405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849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CA501D-9EA4-4626-943D-5C96390A8384}"/>
</file>

<file path=customXml/itemProps2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45142</TotalTime>
  <Words>1815</Words>
  <Application>Microsoft Office PowerPoint</Application>
  <PresentationFormat>Affichage à l'écran (4:3)</PresentationFormat>
  <Paragraphs>222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9" baseType="lpstr">
      <vt:lpstr>Aptos</vt:lpstr>
      <vt:lpstr>Arial</vt:lpstr>
      <vt:lpstr>Arial Black</vt:lpstr>
      <vt:lpstr>Brandon Grotesque Black</vt:lpstr>
      <vt:lpstr>Brandon Grotesque Light</vt:lpstr>
      <vt:lpstr>Brandon Grotesque Medium</vt:lpstr>
      <vt:lpstr>Brandon Grotesque Thin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Présentation PowerPoint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3 au 30 juillet 2024</vt:lpstr>
      <vt:lpstr>Instructions de vente 29 mai au 2 juillet 2024</vt:lpstr>
      <vt:lpstr>Instructions de vente 3 au 30 juillet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1370</cp:revision>
  <cp:lastPrinted>2022-04-27T14:46:34Z</cp:lastPrinted>
  <dcterms:created xsi:type="dcterms:W3CDTF">2017-05-24T18:44:46Z</dcterms:created>
  <dcterms:modified xsi:type="dcterms:W3CDTF">2024-06-28T16:02:46Z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