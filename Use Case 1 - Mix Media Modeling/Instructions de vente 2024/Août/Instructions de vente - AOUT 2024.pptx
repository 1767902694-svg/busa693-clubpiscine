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59" d="100"/>
          <a:sy n="59" d="100"/>
        </p:scale>
        <p:origin x="2525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24/07/2024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2024-07-24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2024-07-24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2024-07-24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2024-07-24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2024-07-24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2024-07-24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2024-07-24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2024-07-24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2024-07-24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2024-07-24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2024-07-24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2024-07-24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1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2.png"/><Relationship Id="rId4" Type="http://schemas.openxmlformats.org/officeDocument/2006/relationships/tags" Target="../tags/tag54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1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10" Type="http://schemas.openxmlformats.org/officeDocument/2006/relationships/image" Target="../media/image5.png"/><Relationship Id="rId4" Type="http://schemas.openxmlformats.org/officeDocument/2006/relationships/tags" Target="../tags/tag7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5986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liquidation se poursuit avec quelques petits changements: </a:t>
            </a:r>
            <a:r>
              <a:rPr lang="fr-CA" sz="14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750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$ de rabais sur tous les SOLSTICE et JACUZZI J200 et 1000$ de rabais sur les JACUZZI J300 &amp; J400 + Rien à payer avant 2025 ( 9 mois sans paiement) 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GAZEBOS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Voir nouveaux rabais.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1300$ de rabais sur les piscines HT + 400$ de rabais à l’achat d’une thermopompe Solstice 50k BTU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Rabais de 4000$ + Thermopompe Solstice gratuite.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THERMOPOMPES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Rabais de 300$ sur les Solstice si achetée seule.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Ajout de rabais sur certains accessoires BBQ. Voir Annexes.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Autre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Balayeuse Aqua Del Sol en promo à 499,99$</a:t>
            </a:r>
          </a:p>
          <a:p>
            <a:pPr>
              <a:lnSpc>
                <a:spcPct val="150000"/>
              </a:lnSpc>
            </a:pPr>
            <a:endParaRPr lang="fr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Voir en jaune dans les Annexes les changements de prix réguliers suivants: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ARCHC 166363 Multi purpose 6KG 30643:  54,99 $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YUAND 154171 FAUTEUIL DE CENTRE MERIDIEN 149,99 $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YUAND 179753 SECTIONNEL MODULAIRE MERIDIEN 6 MCX 1199,99$ (carte de prix à imprimer)</a:t>
            </a:r>
            <a:endParaRPr lang="fr-CA" sz="12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JACUZZI </a:t>
            </a:r>
            <a:endParaRPr lang="fr-CA" sz="16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la série J300 et J400 (sauf le J495)</a:t>
            </a:r>
            <a:endParaRPr lang="fr-CA" sz="16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750$ de rabais </a:t>
            </a:r>
            <a:r>
              <a:rPr lang="fr-CA" sz="1600" dirty="0"/>
              <a:t>sur la série J200 (Smart tub non inclus sur les modèles J200 2024)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dirty="0"/>
              <a:t>La livraison </a:t>
            </a:r>
            <a:r>
              <a:rPr lang="fr-FR" sz="16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 </a:t>
            </a:r>
            <a:r>
              <a:rPr lang="fr-FR" sz="1600" dirty="0"/>
              <a:t>(non publicisé)</a:t>
            </a:r>
            <a:r>
              <a:rPr lang="fr-FR" sz="1600" b="1" dirty="0"/>
              <a:t>:  Rien à payer pendant 9 mois avec FAIRSTONE (code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6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On donne 5% de rabais supplémentaire si le client ne prend pas le financement.</a:t>
            </a:r>
          </a:p>
          <a:p>
            <a:pPr lvl="0"/>
            <a:endParaRPr lang="fr-CA" sz="1600" b="1" dirty="0"/>
          </a:p>
          <a:p>
            <a:pPr lvl="0"/>
            <a:endParaRPr lang="fr-CA" sz="1600" b="1" dirty="0"/>
          </a:p>
          <a:p>
            <a:pPr lvl="0"/>
            <a:r>
              <a:rPr lang="fr-CA" sz="1600" b="1" dirty="0"/>
              <a:t>Tous les modèles 2024 viennent avec la promotion ‘’Trousse énergétique </a:t>
            </a:r>
            <a:r>
              <a:rPr lang="fr-CA" sz="1600" b="1" dirty="0" err="1"/>
              <a:t>SmartTub</a:t>
            </a:r>
            <a:r>
              <a:rPr lang="fr-CA" sz="1600" b="1" dirty="0"/>
              <a:t> </a:t>
            </a:r>
            <a:r>
              <a:rPr lang="fr-CA" sz="1600" b="1" dirty="0" err="1"/>
              <a:t>play</a:t>
            </a:r>
            <a:r>
              <a:rPr lang="fr-CA" sz="1600" b="1" dirty="0"/>
              <a:t>’’ d’une valeur ajoutée de </a:t>
            </a:r>
            <a:r>
              <a:rPr lang="fr-CA" sz="1600" dirty="0"/>
              <a:t>: </a:t>
            </a:r>
            <a:endParaRPr lang="fr-CA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4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4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4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2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1090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6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750$ de rabais </a:t>
            </a:r>
            <a:r>
              <a:rPr lang="fr-CA" sz="1600" dirty="0"/>
              <a:t>sur les modèles 2024  applicable sur le prix régulier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 </a:t>
            </a:r>
            <a:r>
              <a:rPr lang="fr-FR" sz="1600" dirty="0"/>
              <a:t>(non publicisé) </a:t>
            </a:r>
            <a:r>
              <a:rPr lang="fr-FR" sz="1600" b="1" dirty="0"/>
              <a:t>: Rien à payer pendant 9 mois avec FAIRSTONE (code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6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On donne 5% de rabais supplémentaire si le client ne prend pas le financement.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PROMO: OBTENEZ 2 SERVIETTES SOLSTICE À L’ACHAT D’UN SPA </a:t>
            </a:r>
            <a:r>
              <a:rPr lang="fr-CA" sz="1600" dirty="0"/>
              <a:t>(</a:t>
            </a:r>
            <a:r>
              <a:rPr lang="fr-CA" sz="1600" i="1" dirty="0"/>
              <a:t>PTR 173988)</a:t>
            </a:r>
            <a:r>
              <a:rPr lang="fr-CA" sz="16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La livraison </a:t>
            </a:r>
            <a:r>
              <a:rPr lang="fr-CA" sz="1600" b="1" dirty="0"/>
              <a:t>N’EST PAS INCLUSE</a:t>
            </a:r>
          </a:p>
          <a:p>
            <a:pPr lvl="0"/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Spa Blizzard édition limitée en promotion à  6999$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n’est pas incluse.</a:t>
            </a:r>
            <a:r>
              <a:rPr lang="fr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87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LIQUIDATION : Même rabais que juillet don jusqu’à 40% de rabais sur les meubles et accessoires.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600" dirty="0"/>
              <a:t>Fin du rabais sur les tables foyer </a:t>
            </a:r>
            <a:r>
              <a:rPr lang="fr-CA" sz="1600" dirty="0" err="1"/>
              <a:t>Jaytrend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FINANCEMENT : </a:t>
            </a:r>
            <a:r>
              <a:rPr lang="fr-CA" sz="1600" dirty="0"/>
              <a:t>Aucun plan de financement promotionnel mais vous pouvez offrir l’un des 5 plans Fairstone également offerts en ligne. Voir dernière page des instructions de vente pour les détails.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1969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/>
              <a:t>Fin des cartes promos. Voir nouveaux rabais en cours dans l’annexe Gazebo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Aucune promotion de financement.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Aucune promo de fournisseurs en cours. </a:t>
            </a:r>
            <a:r>
              <a:rPr lang="fr-CA" dirty="0">
                <a:latin typeface="Calibri" panose="020F0502020204030204" pitchFamily="34" charset="0"/>
              </a:rPr>
              <a:t>Voir l’annexe pour les rabais réguliers en cours.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dirty="0">
                <a:latin typeface="Calibri" panose="020F0502020204030204" pitchFamily="34" charset="0"/>
              </a:rPr>
              <a:t>Attention changement de rabais sur ce modèle: NAPOL 168862 R425PK-1 NAPOLEON - ROGUE  BBQ NAPOLEON R425PK-1 :   </a:t>
            </a:r>
            <a:r>
              <a:rPr lang="fr-CA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749,99 $</a:t>
            </a:r>
            <a:r>
              <a:rPr lang="fr-CA" dirty="0"/>
              <a:t> 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NOUVEAU</a:t>
            </a:r>
            <a:r>
              <a:rPr lang="fr-CA" dirty="0">
                <a:latin typeface="Calibri" panose="020F0502020204030204" pitchFamily="34" charset="0"/>
              </a:rPr>
              <a:t>: Plusieurs accessoires BBQ en rabais. Voir l’annexe de vente.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4370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2000" b="1" dirty="0">
                <a:sym typeface="Wingdings" panose="05000000000000000000" pitchFamily="2" charset="2"/>
              </a:rPr>
              <a:t>CARVIN  &amp; TRENDIUM (VOGUE) </a:t>
            </a:r>
            <a:endParaRPr lang="fr-CA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1300$ </a:t>
            </a:r>
            <a:r>
              <a:rPr lang="fr-CA" sz="1600" dirty="0"/>
              <a:t>sur toutes les piscines hors terre Seules, Équipées et Équipées &amp; Installées. </a:t>
            </a:r>
            <a:r>
              <a:rPr lang="fr-CA" sz="1600" b="1" dirty="0"/>
              <a:t>Exception</a:t>
            </a:r>
            <a:r>
              <a:rPr lang="fr-CA" sz="1600" dirty="0"/>
              <a:t>: modèle SYDNEY avec un rabais de 1000$.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SILENCIEUX: </a:t>
            </a:r>
            <a:r>
              <a:rPr lang="fr-CA" sz="1600" dirty="0"/>
              <a:t>vous avez la possibilité d’ajouter un rabais de 300$ en plus du 1300$ déjà en cours selon votre marché et votre réalité locale.</a:t>
            </a:r>
          </a:p>
          <a:p>
            <a:pPr lvl="1"/>
            <a:endParaRPr lang="fr-CA" sz="1600" b="1" dirty="0"/>
          </a:p>
          <a:p>
            <a:r>
              <a:rPr lang="fr-CA" sz="1600" b="1" dirty="0"/>
              <a:t>PUBLICITÉ</a:t>
            </a:r>
            <a:r>
              <a:rPr lang="fr-CA" sz="1600" dirty="0"/>
              <a:t>: Nous allons publicisé la MAHO/SOHO 12pi équipée à 2999$.</a:t>
            </a:r>
          </a:p>
          <a:p>
            <a:endParaRPr lang="fr-CA" sz="1600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b="1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600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 SUR TOUTES LES PISCINES EN ACIER + thermopompe Solstice 50k btu offert gratuitement!</a:t>
            </a: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211960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567407"/>
            <a:ext cx="6408713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MOVA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de jusqu’à 4500$ </a:t>
            </a:r>
            <a:r>
              <a:rPr lang="fr-CA" sz="14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>
                <a:sym typeface="Wingdings" panose="05000000000000000000" pitchFamily="2" charset="2"/>
              </a:rPr>
              <a:t>AQUARINO</a:t>
            </a: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jusqu’à 8500$ </a:t>
            </a:r>
            <a:r>
              <a:rPr lang="fr-CA" sz="1400" dirty="0"/>
              <a:t>sur certaines piscines AQUARINO équipées et installées (rabais de 3500$ si piscine seule).</a:t>
            </a:r>
            <a:endParaRPr lang="fr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600" b="1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tous les modèles TTI</a:t>
            </a:r>
            <a:endParaRPr lang="fr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71552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6075457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 err="1"/>
              <a:t>Balayeuse</a:t>
            </a:r>
            <a:r>
              <a:rPr lang="en-CA" sz="1600" dirty="0"/>
              <a:t> Aqua product 179035 </a:t>
            </a:r>
            <a:r>
              <a:rPr lang="en-CA" sz="1600" dirty="0" err="1"/>
              <a:t>en</a:t>
            </a:r>
            <a:r>
              <a:rPr lang="en-CA" sz="1600" dirty="0"/>
              <a:t> promo à 499,99$</a:t>
            </a:r>
            <a:endParaRPr lang="fr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81" y="6732240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en cours sur le chlore et le sel.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changement. Voir Annexes pour rabais en cours.</a:t>
            </a:r>
            <a:endParaRPr lang="en-US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61555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FAIRSTONE </a:t>
            </a:r>
            <a:endParaRPr lang="fr-CA" b="1" dirty="0">
              <a:highlight>
                <a:srgbClr val="FFFF00"/>
              </a:highlight>
            </a:endParaRPr>
          </a:p>
          <a:p>
            <a:r>
              <a:rPr lang="fr-CA" sz="16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SPA </a:t>
            </a:r>
            <a:r>
              <a:rPr lang="fr-CA" sz="1600" dirty="0"/>
              <a:t>: 9 mois sans paiement ni intérêt sur les spas Jacuzzi et Solstice </a:t>
            </a:r>
            <a:r>
              <a:rPr lang="fr-CA" sz="1600" b="1" dirty="0"/>
              <a:t>(code 12090</a:t>
            </a:r>
            <a:r>
              <a:rPr lang="fr-CA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Autres : </a:t>
            </a:r>
            <a:r>
              <a:rPr lang="fr-CA" sz="1600" dirty="0"/>
              <a:t>Il est possible d’offrir l’un des 5 plans qui sont également offerts en ligne à l’achat de 500$ et+ . Le frais au marchand est similaire à celui d’une carte de crédit </a:t>
            </a: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b="1" dirty="0"/>
          </a:p>
          <a:p>
            <a:r>
              <a:rPr lang="fr-CA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PISCINE CREUSÉE &amp; FIBRE : </a:t>
            </a:r>
            <a:r>
              <a:rPr lang="fr-CA" sz="1600" dirty="0"/>
              <a:t>Aucun financement inclus dans la promotion du mois mais il est suggéré d’utiliser le Financement </a:t>
            </a:r>
            <a:r>
              <a:rPr lang="fr-CA" sz="1600" b="1" dirty="0"/>
              <a:t>FINANCE IT </a:t>
            </a:r>
            <a:r>
              <a:rPr lang="fr-CA" sz="16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Le 6 mois débute à la livraison/installation.</a:t>
            </a:r>
            <a:endParaRPr lang="fr-CA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278" y="390330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31 Juillet au 3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62917C-28A1-2205-4D9F-C03638F799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08" y="3983197"/>
            <a:ext cx="2801516" cy="85479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D1B47A9-4321-DB06-5801-664B62A7D5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8" y="4969843"/>
            <a:ext cx="2801516" cy="7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D9AAA3-3344-47E8-90C9-1B6EA33BA9BE}"/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45495</TotalTime>
  <Words>1409</Words>
  <Application>Microsoft Office PowerPoint</Application>
  <PresentationFormat>Affichage à l'écran (4:3)</PresentationFormat>
  <Paragraphs>174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4" baseType="lpstr">
      <vt:lpstr>Aptos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  <vt:lpstr>Instructions de vente 31 Juillet au 3 septembre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1389</cp:revision>
  <cp:lastPrinted>2022-04-27T14:46:34Z</cp:lastPrinted>
  <dcterms:created xsi:type="dcterms:W3CDTF">2017-05-24T18:44:46Z</dcterms:created>
  <dcterms:modified xsi:type="dcterms:W3CDTF">2024-07-24T19:07:03Z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