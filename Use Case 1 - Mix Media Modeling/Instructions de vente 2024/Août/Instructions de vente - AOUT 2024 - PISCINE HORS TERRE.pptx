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sldIdLst>
    <p:sldId id="267" r:id="rId5"/>
  </p:sldIdLst>
  <p:sldSz cx="6858000" cy="9144000" type="screen4x3"/>
  <p:notesSz cx="6950075" cy="9236075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FCDE9"/>
    <a:srgbClr val="218BCB"/>
    <a:srgbClr val="229FCC"/>
    <a:srgbClr val="48B8E0"/>
    <a:srgbClr val="2FAF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10" autoAdjust="0"/>
    <p:restoredTop sz="94694"/>
  </p:normalViewPr>
  <p:slideViewPr>
    <p:cSldViewPr>
      <p:cViewPr varScale="1">
        <p:scale>
          <a:sx n="79" d="100"/>
          <a:sy n="79" d="100"/>
        </p:scale>
        <p:origin x="3054" y="96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1488" cy="4635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937000" y="0"/>
            <a:ext cx="3011488" cy="4635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74EA55-1F88-4D33-948F-129C030CA228}" type="datetimeFigureOut">
              <a:rPr lang="fr-FR" smtClean="0"/>
              <a:t>13/08/2024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2305050" y="1154113"/>
            <a:ext cx="2339975" cy="31178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95325" y="4445000"/>
            <a:ext cx="5559425" cy="36369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772525"/>
            <a:ext cx="3011488" cy="4635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937000" y="8772525"/>
            <a:ext cx="3011488" cy="4635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8FADA9-DAE0-49B2-8C03-98CBE548380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49534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fr-C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270F1-02CD-4B62-A24E-C50745FFF5F5}" type="datetime1">
              <a:rPr lang="fr-CA" smtClean="0"/>
              <a:t>2024-08-13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9480495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B3501-DB26-46B1-B49D-78AAEDB8FBB0}" type="datetime1">
              <a:rPr lang="fr-CA" smtClean="0"/>
              <a:t>2024-08-13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756885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D7A85-2AFD-4815-A0A7-D4B79870DF4B}" type="datetime1">
              <a:rPr lang="fr-CA" smtClean="0"/>
              <a:t>2024-08-13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7971598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76F20-C377-4AED-9510-F5ADE3870E9C}" type="datetime1">
              <a:rPr lang="fr-CA" smtClean="0"/>
              <a:t>2024-08-13</a:t>
            </a:fld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5622378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86B50-1D08-40D3-BECA-FFE7DEF4ECA0}" type="datetime1">
              <a:rPr lang="fr-CA" smtClean="0"/>
              <a:t>2024-08-13</a:t>
            </a:fld>
            <a:endParaRPr lang="fr-CA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2715181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DA913-A0AB-4357-9718-F642A4CB965C}" type="datetime1">
              <a:rPr lang="fr-CA" smtClean="0"/>
              <a:t>2024-08-13</a:t>
            </a:fld>
            <a:endParaRPr lang="fr-CA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61246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D8FFD-9EF2-4DF5-ADE3-0FA2D06B7D28}" type="datetime1">
              <a:rPr lang="fr-CA" smtClean="0"/>
              <a:t>2024-08-13</a:t>
            </a:fld>
            <a:endParaRPr lang="fr-CA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1983779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AA06B-BE77-4E72-9CCA-00E4DEE9532E}" type="datetime1">
              <a:rPr lang="fr-CA" smtClean="0"/>
              <a:t>2024-08-13</a:t>
            </a:fld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9245510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A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EBF81-A9BE-418D-9E78-24D0919B7A1C}" type="datetime1">
              <a:rPr lang="fr-CA" smtClean="0"/>
              <a:t>2024-08-13</a:t>
            </a:fld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9885770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DEE61-C885-4A50-BEE7-C9DDDBD88187}" type="datetime1">
              <a:rPr lang="fr-CA" smtClean="0"/>
              <a:t>2024-08-13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9300424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C38EA-1C13-48D8-9A28-13347BB0C9CB}" type="datetime1">
              <a:rPr lang="fr-CA" smtClean="0"/>
              <a:t>2024-08-13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5369263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4A8D5B-1515-4F97-901C-AB1B94820B7C}" type="datetime1">
              <a:rPr lang="fr-CA" smtClean="0"/>
              <a:t>2024-08-13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10569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7" Type="http://schemas.openxmlformats.org/officeDocument/2006/relationships/image" Target="../media/image1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5.xml"/><Relationship Id="rId4" Type="http://schemas.openxmlformats.org/officeDocument/2006/relationships/tags" Target="../tags/tag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>
            <p:custDataLst>
              <p:tags r:id="rId1"/>
            </p:custDataLst>
          </p:nvPr>
        </p:nvSpPr>
        <p:spPr>
          <a:xfrm>
            <a:off x="260647" y="2535917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PISCINES HORS TERRE 2024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A433DA19-C6A4-4697-B85F-7F129DA9B7C0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1</a:t>
            </a:fld>
            <a:endParaRPr lang="fr-CA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78BA23A4-D293-442A-8E64-DD7EEB3C81B2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647" y="8460432"/>
            <a:ext cx="2492896" cy="402434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C878D544-23DE-4DBE-ABBE-33607EA8AFE5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260646" y="2907680"/>
            <a:ext cx="6408713" cy="58785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fr-CA" sz="2000" b="1" dirty="0">
                <a:sym typeface="Wingdings" panose="05000000000000000000" pitchFamily="2" charset="2"/>
              </a:rPr>
              <a:t>CARVIN  &amp; TRENDIUM (VOGUE) </a:t>
            </a:r>
            <a:endParaRPr lang="fr-CA" sz="2000" dirty="0">
              <a:sym typeface="Wingdings" panose="05000000000000000000" pitchFamily="2" charset="2"/>
            </a:endParaRPr>
          </a:p>
          <a:p>
            <a:r>
              <a:rPr lang="fr-CA" sz="1600" b="1" dirty="0"/>
              <a:t>***CHANGEMENT DE LA PROMOTION EN COURS. </a:t>
            </a:r>
            <a:r>
              <a:rPr lang="fr-CA" sz="1600" dirty="0"/>
              <a:t>L’objectif est d’influencer le client qui prévoit acheter une piscine l’an prochain à faire installer sa piscine cette année.  Une campagne marketing (radio et numérique) soutiendra cette promotion.</a:t>
            </a:r>
            <a:endParaRPr lang="fr-CA" sz="1600" b="1" dirty="0"/>
          </a:p>
          <a:p>
            <a:endParaRPr lang="fr-CA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/>
              <a:t>RABAIS DE 1000$ </a:t>
            </a:r>
            <a:r>
              <a:rPr lang="fr-CA" sz="1600" dirty="0"/>
              <a:t>sur toutes les piscines hors terre Seules, Équipées et Équipées &amp; Installées.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/>
              <a:t>RABAIS CHAUFFÉE: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CA" sz="1600" b="1" dirty="0"/>
              <a:t>Rabais de 400$</a:t>
            </a:r>
            <a:r>
              <a:rPr lang="fr-CA" sz="1600" dirty="0"/>
              <a:t> sur prix régulier d’une thermopompe SOLSTICE de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CA" sz="1600" dirty="0"/>
              <a:t>L’installation de la Thermopompe et le By-pass ne </a:t>
            </a:r>
            <a:r>
              <a:rPr lang="fr-CA" sz="1600" b="1" dirty="0"/>
              <a:t>sont pas inclus.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/>
              <a:t>FERMETURE 2024 ET OUVERTURE 2025 OFFERTS GRATUITEMENT. </a:t>
            </a:r>
            <a:r>
              <a:rPr lang="fr-CA" sz="1600" dirty="0"/>
              <a:t>Si le client fait installer en 2025, cette promotion n’est pas applicable.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b="1" dirty="0"/>
              <a:t>FINANCEMENT </a:t>
            </a:r>
            <a:r>
              <a:rPr lang="fr-FR" sz="1600" dirty="0"/>
              <a:t>(non publicisé)</a:t>
            </a:r>
            <a:r>
              <a:rPr lang="fr-FR" sz="1600" b="1" dirty="0"/>
              <a:t>:  Rien à payer pendant 9 mois avec FAIRSTONE (code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</a:rPr>
              <a:t>12090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)</a:t>
            </a:r>
            <a:r>
              <a:rPr lang="fr-CA" sz="1600" dirty="0">
                <a:latin typeface="Calibri Light" panose="020F0302020204030204" pitchFamily="34" charset="0"/>
                <a:cs typeface="Times New Roman" panose="02020603050405020304" pitchFamily="18" charset="0"/>
              </a:rPr>
              <a:t>.</a:t>
            </a:r>
            <a:r>
              <a:rPr lang="fr-CA" sz="1600" b="1" dirty="0">
                <a:highlight>
                  <a:srgbClr val="FFFF00"/>
                </a:highlight>
                <a:latin typeface="Calibri Light" panose="020F03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fr-CA" sz="1600" dirty="0"/>
              <a:t>Si le client ne veut pas le financement, on donne un rabais de 3% sur le montant de la facture de la piscine (aucun escompte pour la Sydney).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CA" sz="1600" b="1" dirty="0"/>
          </a:p>
          <a:p>
            <a:r>
              <a:rPr lang="fr-CA" sz="1600" b="1" dirty="0"/>
              <a:t>PUBLICITÉ</a:t>
            </a:r>
            <a:r>
              <a:rPr lang="fr-CA" sz="1600" dirty="0"/>
              <a:t>: Nous allons publicisé la MAHO/SOHO 15pi équipée, chauffée installée au prix spécial de 6199$. *BYPASS et installation du bypass non inclus (valeur de 250$)</a:t>
            </a:r>
          </a:p>
          <a:p>
            <a:endParaRPr lang="fr-CA" b="1" dirty="0"/>
          </a:p>
        </p:txBody>
      </p:sp>
      <p:sp>
        <p:nvSpPr>
          <p:cNvPr id="5" name="Zone de texte 28">
            <a:extLst>
              <a:ext uri="{FF2B5EF4-FFF2-40B4-BE49-F238E27FC236}">
                <a16:creationId xmlns:a16="http://schemas.microsoft.com/office/drawing/2014/main" id="{0515F779-2714-30D9-1318-0B70F5821AFE}"/>
              </a:ext>
            </a:extLst>
          </p:cNvPr>
          <p:cNvSpPr txBox="1"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330307" y="539552"/>
            <a:ext cx="6172200" cy="108012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latin typeface="Arial Black" panose="020B0A04020102020204" pitchFamily="34" charset="0"/>
                <a:ea typeface="Calibri"/>
                <a:cs typeface="Times New Roman"/>
              </a:rPr>
              <a:t>Instructions de vente SPÉCIALES</a:t>
            </a:r>
            <a:b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</a:b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14 </a:t>
            </a:r>
            <a:r>
              <a:rPr lang="en-CA" sz="32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août</a:t>
            </a: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au 17 </a:t>
            </a:r>
            <a:r>
              <a:rPr lang="en-CA" sz="32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septembre</a:t>
            </a: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2024</a:t>
            </a:r>
            <a:endParaRPr lang="fr-CA" sz="2800" b="1" dirty="0">
              <a:ln w="5080" cap="flat" cmpd="sng" algn="ctr">
                <a:solidFill>
                  <a:schemeClr val="tx1"/>
                </a:solidFill>
                <a:prstDash val="solid"/>
                <a:round/>
              </a:ln>
              <a:effectLst>
                <a:outerShdw blurRad="38100" dist="32004" dir="5400000" algn="tl">
                  <a:srgbClr val="000000">
                    <a:alpha val="30000"/>
                  </a:srgbClr>
                </a:outerShdw>
              </a:effectLst>
              <a:latin typeface="Arial Black" panose="020B0A04020102020204" pitchFamily="34" charset="0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977507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F7642783BF5F549AD8264003DAC5479" ma:contentTypeVersion="3" ma:contentTypeDescription="Crée un document." ma:contentTypeScope="" ma:versionID="dce298f75874831ad4b69d3856d448b0">
  <xsd:schema xmlns:xsd="http://www.w3.org/2001/XMLSchema" xmlns:xs="http://www.w3.org/2001/XMLSchema" xmlns:p="http://schemas.microsoft.com/office/2006/metadata/properties" xmlns:ns2="be3f775b-911d-49d5-9e9c-70e93af7b92b" targetNamespace="http://schemas.microsoft.com/office/2006/metadata/properties" ma:root="true" ma:fieldsID="b29a77cbcb573c1061bfa2edeefbf14c" ns2:_="">
    <xsd:import namespace="be3f775b-911d-49d5-9e9c-70e93af7b92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3f775b-911d-49d5-9e9c-70e93af7b92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A1C6885-2C07-4A6C-A7B5-73E3CE6F35E2}"/>
</file>

<file path=customXml/itemProps2.xml><?xml version="1.0" encoding="utf-8"?>
<ds:datastoreItem xmlns:ds="http://schemas.openxmlformats.org/officeDocument/2006/customXml" ds:itemID="{11E1C49C-B943-4250-BB39-87973E798E95}">
  <ds:schemaRefs>
    <ds:schemaRef ds:uri="http://schemas.microsoft.com/office/2006/documentManagement/types"/>
    <ds:schemaRef ds:uri="http://schemas.openxmlformats.org/package/2006/metadata/core-properties"/>
    <ds:schemaRef ds:uri="http://www.w3.org/XML/1998/namespace"/>
    <ds:schemaRef ds:uri="http://schemas.microsoft.com/office/2006/metadata/properties"/>
    <ds:schemaRef ds:uri="http://purl.org/dc/terms/"/>
    <ds:schemaRef ds:uri="http://purl.org/dc/elements/1.1/"/>
    <ds:schemaRef ds:uri="8682f7ec-9bef-4d6d-8d5c-0ec39e002ff3"/>
    <ds:schemaRef ds:uri="http://schemas.microsoft.com/office/infopath/2007/PartnerControl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993C392B-F690-4267-8D4E-0D4DB769B88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45530</TotalTime>
  <Words>211</Words>
  <Application>Microsoft Office PowerPoint</Application>
  <PresentationFormat>Affichage à l'écran (4:3)</PresentationFormat>
  <Paragraphs>15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7" baseType="lpstr">
      <vt:lpstr>Arial</vt:lpstr>
      <vt:lpstr>Arial Black</vt:lpstr>
      <vt:lpstr>Calibri</vt:lpstr>
      <vt:lpstr>Calibri Light</vt:lpstr>
      <vt:lpstr>Wingdings</vt:lpstr>
      <vt:lpstr>Thème Office</vt:lpstr>
      <vt:lpstr>Instructions de vente SPÉCIALES 14 août au 17 septembre 2024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Cindy Angelini</dc:creator>
  <cp:lastModifiedBy>Veronique Dion</cp:lastModifiedBy>
  <cp:revision>1396</cp:revision>
  <cp:lastPrinted>2022-04-27T14:46:34Z</cp:lastPrinted>
  <dcterms:created xsi:type="dcterms:W3CDTF">2017-05-24T18:44:46Z</dcterms:created>
  <dcterms:modified xsi:type="dcterms:W3CDTF">2024-08-13T14:23:32Z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0x010100DF7642783BF5F549AD8264003DAC5479</vt:lpwstr>
  </property>
  <property fmtid="{D5CDD505-2E9C-101B-9397-08002B2CF9AE}" pid="3" name="CPProgramYearTaxo">
    <vt:lpwstr>395;#2021|67d85b28-9b94-4781-b0e7-a14780e90c05</vt:lpwstr>
  </property>
  <property fmtid="{D5CDD505-2E9C-101B-9397-08002B2CF9AE}" pid="4" name="CPDivisionTaxo">
    <vt:lpwstr>25;#Marketing / Marketing|0ce858d0-7a7f-4510-bcd3-2b6f6fd047da</vt:lpwstr>
  </property>
  <property fmtid="{D5CDD505-2E9C-101B-9397-08002B2CF9AE}" pid="5" name="CPLanguageTaxos">
    <vt:lpwstr>4;#FR|5610c2fe-5657-4d60-b756-13a60f4693e4</vt:lpwstr>
  </property>
  <property fmtid="{D5CDD505-2E9C-101B-9397-08002B2CF9AE}" pid="6" name="CPProviderTaxo">
    <vt:lpwstr/>
  </property>
  <property fmtid="{D5CDD505-2E9C-101B-9397-08002B2CF9AE}" pid="7" name="CPTargetDepartmentTaxos">
    <vt:lpwstr/>
  </property>
</Properties>
</file>