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  <p:sldId id="286" r:id="rId19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2024-09-03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2024-09-03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2024-09-03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2024-09-03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2024-09-03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2024-09-03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2024-09-03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.xml"/><Relationship Id="rId7" Type="http://schemas.openxmlformats.org/officeDocument/2006/relationships/hyperlink" Target="https://www.clubpiscine.ca/fr/promotion-spas-septembre-2024/" TargetMode="Externa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hyperlink" Target="https://www.clubpiscine.ca/fr/promotion-spas-septembre-2024/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png"/><Relationship Id="rId4" Type="http://schemas.openxmlformats.org/officeDocument/2006/relationships/tags" Target="../tags/tag5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10" Type="http://schemas.openxmlformats.org/officeDocument/2006/relationships/image" Target="../media/image6.png"/><Relationship Id="rId4" Type="http://schemas.openxmlformats.org/officeDocument/2006/relationships/tags" Target="../tags/tag73.xml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7.xml"/><Relationship Id="rId7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6709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Mêmes rabais que le mois d’août +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2 tapis chauffants gratuits (valeur de 900$) + </a:t>
            </a:r>
            <a:r>
              <a:rPr lang="fr-FR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 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en cours (voir instructions détaillées).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SPA DE NAGE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On offre le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SmartTub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play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+ 50% de rabais à l’achat d’un couvercle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Rollaway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(</a:t>
            </a: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Valide du 11 septembre au 1</a:t>
            </a:r>
            <a:r>
              <a:rPr lang="fr-FR" sz="1400" b="1" baseline="30000" dirty="0">
                <a:latin typeface="Calibri Light" panose="020F03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 octobre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n paye l’équivalent des 2 taxes sur les chauffe–terrasses et tables foyer.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Même promo en cours jusqu’au 15 septembre. Nouvelles instructions de vente à venir.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CABANON: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Installation gratuite à l’achat d’un cabanon.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20% de rabais sur les tapis chauffants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15% de rabais sur les filtres à cartouche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À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l’achat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d’un robot POLARIS de 1399$ et+,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obtenez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le service de fermeture de piscine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gratuitement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!</a:t>
            </a:r>
          </a:p>
          <a:p>
            <a:endParaRPr lang="en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Changement prix réguliers 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169371 - Balayeuse Polaris 7000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174678 - Robot nettoyeur électrique Polaris EPIC 8520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150860 - Balayeuse Polaris 7240 robot compact pour piscine creusée 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179316 - Robot nettoyeur sans fil </a:t>
            </a:r>
            <a:r>
              <a:rPr lang="fr-CA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Spabot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pour spa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763.99$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179317 - Robot nettoyeur sans fil Pixel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176960 - Chaise LEA double</a:t>
            </a:r>
            <a:r>
              <a:rPr lang="fr-CA" sz="12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- 299.99$ </a:t>
            </a:r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1000$ de rabais </a:t>
            </a:r>
            <a:r>
              <a:rPr lang="fr-CA" sz="1200" dirty="0"/>
              <a:t>sur la série J300 et J400 (sauf le J495)</a:t>
            </a:r>
            <a:endParaRPr lang="fr-CA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750$ de rabais </a:t>
            </a:r>
            <a:r>
              <a:rPr lang="fr-CA" sz="1200" dirty="0"/>
              <a:t>sur la série J200 (Smart tub non inclus sur les modèles J200 2024)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CA" sz="1200" b="1" dirty="0">
                <a:solidFill>
                  <a:schemeClr val="accent6"/>
                </a:solidFill>
              </a:rPr>
              <a:t>PROMO DU MANUFACTURIER! </a:t>
            </a:r>
            <a:r>
              <a:rPr lang="fr-CA" sz="1200" b="1" dirty="0" err="1"/>
              <a:t>Sensor</a:t>
            </a:r>
            <a:r>
              <a:rPr lang="fr-CA" sz="1200" b="1" dirty="0"/>
              <a:t> kit GRATUIT à l’achat des J300, J400 et JLX!</a:t>
            </a:r>
            <a:r>
              <a:rPr lang="fr-CA" sz="1200" dirty="0"/>
              <a:t> </a:t>
            </a:r>
            <a:r>
              <a:rPr lang="fr-FR" sz="1200" dirty="0">
                <a:effectLst/>
                <a:latin typeface="-apple-system"/>
              </a:rPr>
              <a:t>Obtenez un ensemble de capteurs gratuit à l’achat d’un spa Jacuzzi incluant </a:t>
            </a:r>
            <a:r>
              <a:rPr lang="fr-FR" sz="1200" dirty="0">
                <a:latin typeface="-apple-system"/>
              </a:rPr>
              <a:t>(PTR</a:t>
            </a:r>
            <a:r>
              <a:rPr lang="fr-CA" sz="1200" dirty="0">
                <a:latin typeface="-apple-system"/>
              </a:rPr>
              <a:t>180519 </a:t>
            </a:r>
            <a:r>
              <a:rPr lang="fr-FR" sz="1200" dirty="0">
                <a:effectLst/>
                <a:latin typeface="-apple-system"/>
              </a:rPr>
              <a:t>valeur de 299$): 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couvercle de spa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drainage et de remplissage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Détecteur d’eau </a:t>
            </a:r>
          </a:p>
          <a:p>
            <a:r>
              <a:rPr lang="fr-FR" sz="1200" dirty="0">
                <a:effectLst/>
                <a:latin typeface="-apple-system"/>
              </a:rPr>
              <a:t> </a:t>
            </a:r>
            <a:r>
              <a:rPr lang="fr-CA" sz="1200" dirty="0"/>
              <a:t>	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Tapis chauffants GRATUITS! </a:t>
            </a:r>
            <a:r>
              <a:rPr lang="fr-FR" sz="12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200" i="1" dirty="0" err="1"/>
              <a:t>upsale</a:t>
            </a:r>
            <a:r>
              <a:rPr lang="fr-FR" sz="1200" dirty="0"/>
              <a:t> et donc de vendre des tapis additionnels au client. Si le client ne prend pas les tapis, on enlève un montant de 200$: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2024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</a:t>
            </a:r>
          </a:p>
          <a:p>
            <a:endParaRPr lang="fr-CA" sz="1200" dirty="0">
              <a:highlight>
                <a:srgbClr val="FFFF00"/>
              </a:highlight>
            </a:endParaRPr>
          </a:p>
          <a:p>
            <a:r>
              <a:rPr lang="fr-CA" sz="1200" dirty="0">
                <a:highlight>
                  <a:srgbClr val="FFFF00"/>
                </a:highlight>
              </a:rPr>
              <a:t>Tous les détails des inclusions seront expliqués sur le site à partir du 3 septembre : </a:t>
            </a:r>
            <a:r>
              <a:rPr lang="fr-CA" sz="1200" dirty="0">
                <a:hlinkClick r:id="rId7"/>
              </a:rPr>
              <a:t>clubpiscine.ca/</a:t>
            </a:r>
            <a:r>
              <a:rPr lang="fr-CA" sz="1200" dirty="0" err="1">
                <a:hlinkClick r:id="rId7"/>
              </a:rPr>
              <a:t>fr</a:t>
            </a:r>
            <a:r>
              <a:rPr lang="fr-CA" sz="1200" dirty="0">
                <a:hlinkClick r:id="rId7"/>
              </a:rPr>
              <a:t>/promotion-spas-septembre-2024/</a:t>
            </a:r>
            <a:endParaRPr lang="fr-CA" sz="1200" dirty="0">
              <a:highlight>
                <a:srgbClr val="FFFF00"/>
              </a:highlight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C3E1EFF-70C3-1B7C-8257-A3E2F954C5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1843" y="4572000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647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750$ de rabais </a:t>
            </a:r>
            <a:r>
              <a:rPr lang="fr-CA" sz="1400" dirty="0"/>
              <a:t>sur les modèles 2024  applicable sur le prix régulier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accent6"/>
                </a:solidFill>
              </a:rPr>
              <a:t>PROMO DU MANUFACTURIER! </a:t>
            </a:r>
            <a:r>
              <a:rPr lang="fr-FR" sz="1400" b="1" dirty="0"/>
              <a:t>Module de contrôle à distance GRATUIT </a:t>
            </a:r>
            <a:r>
              <a:rPr lang="fr-FR" sz="1400" dirty="0"/>
              <a:t>à l’achat d’un spa Solstice (valeur de 1000$).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Système </a:t>
            </a:r>
            <a:r>
              <a:rPr lang="fr-FR" sz="1100" dirty="0" err="1"/>
              <a:t>InTouch</a:t>
            </a:r>
            <a:r>
              <a:rPr lang="fr-FR" sz="1100" dirty="0"/>
              <a:t> 2 </a:t>
            </a:r>
            <a:r>
              <a:rPr lang="fr-FR" sz="1100" dirty="0" err="1"/>
              <a:t>WiFi</a:t>
            </a:r>
            <a:endParaRPr lang="fr-FR" sz="11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Lumières DEL intégrées dans les jets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Bar flottant Bluetooth avec lumières DEL intégrées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>
                <a:effectLst/>
              </a:rPr>
              <a:t>Système de purification d’eau à l’Ozone</a:t>
            </a:r>
            <a:endParaRPr lang="fr-FR" sz="11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Tapis chauffants GRATUITS! </a:t>
            </a:r>
            <a:r>
              <a:rPr lang="fr-FR" sz="14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400" i="1" dirty="0" err="1"/>
              <a:t>upsale</a:t>
            </a:r>
            <a:r>
              <a:rPr lang="fr-FR" sz="1400" dirty="0"/>
              <a:t> et donc de vendre des tapis additionnels au client. Si le client ne prend pas les tapis, on enlève un montant de 200$: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r>
              <a:rPr lang="fr-CA" sz="1400" dirty="0">
                <a:highlight>
                  <a:srgbClr val="FFFF00"/>
                </a:highlight>
              </a:rPr>
              <a:t>Tous les détails des inclusions seront expliqués sur le site à partir du 3 septembre : </a:t>
            </a:r>
            <a:r>
              <a:rPr lang="fr-CA" sz="1400" dirty="0">
                <a:hlinkClick r:id="rId6"/>
              </a:rPr>
              <a:t>clubpiscine.ca/</a:t>
            </a:r>
            <a:r>
              <a:rPr lang="fr-CA" sz="1400" dirty="0" err="1">
                <a:hlinkClick r:id="rId6"/>
              </a:rPr>
              <a:t>fr</a:t>
            </a:r>
            <a:r>
              <a:rPr lang="fr-CA" sz="1400" dirty="0">
                <a:hlinkClick r:id="rId6"/>
              </a:rPr>
              <a:t>/promotion-spas-septembre-2024/</a:t>
            </a:r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1702E2-F5A9-B104-BC4F-2E3287AC8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438" y="4860032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3354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  <a:p>
            <a:endParaRPr lang="fr-CA" sz="1600" b="1" dirty="0"/>
          </a:p>
          <a:p>
            <a:r>
              <a:rPr lang="fr-CA" sz="1600" b="1" dirty="0">
                <a:solidFill>
                  <a:schemeClr val="accent6"/>
                </a:solidFill>
              </a:rPr>
              <a:t>PROMO DU MANUFACTURIER! </a:t>
            </a:r>
            <a:r>
              <a:rPr lang="fr-CA" sz="1600" dirty="0"/>
              <a:t>Valide du 11 septembre au 1</a:t>
            </a:r>
            <a:r>
              <a:rPr lang="fr-CA" sz="1600" baseline="30000" dirty="0"/>
              <a:t>er</a:t>
            </a:r>
            <a:r>
              <a:rPr lang="fr-CA" sz="1600" dirty="0"/>
              <a:t> octobre seulement***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Smart Tub </a:t>
            </a:r>
            <a:r>
              <a:rPr lang="fr-CA" sz="1600" b="1" dirty="0" err="1"/>
              <a:t>play</a:t>
            </a:r>
            <a:r>
              <a:rPr lang="fr-CA" sz="1600" b="1" dirty="0"/>
              <a:t> GRATUIT </a:t>
            </a:r>
            <a:r>
              <a:rPr lang="fr-CA" sz="1600" dirty="0"/>
              <a:t>avec tout modèle de spa de nage Jacuzzi.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50% </a:t>
            </a:r>
            <a:r>
              <a:rPr lang="fr-CA" sz="1600" dirty="0"/>
              <a:t>à l’achat d’un couvercle </a:t>
            </a:r>
            <a:r>
              <a:rPr lang="fr-CA" sz="1600" dirty="0" err="1"/>
              <a:t>Rollaway</a:t>
            </a:r>
            <a:r>
              <a:rPr lang="fr-CA" sz="1600" dirty="0"/>
              <a:t> (Modèles J16 et J19 seulement).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</a:t>
            </a:r>
            <a:r>
              <a:rPr lang="fr-CA" sz="1600" dirty="0"/>
              <a:t>Même rabais que juillet don jusqu’à 40% de rabais sur les meubles et accessoires.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On paye l’équivalent des 2 taxes sur les chauffe-terrasses et table-foyer!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 : </a:t>
            </a:r>
            <a:r>
              <a:rPr lang="fr-CA" sz="1600" dirty="0"/>
              <a:t>Aucun plan de financement promotionnel mais vous pouvez offrir l’un des 5 plans Fairstone également offerts en ligne. Voir dernière page des instructions de vente pour les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/>
              <a:t>Voir nouveaux rabais en cours dans l’annexe Gazebo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Aucune promotion de financement.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98A85-28E6-9084-5552-296CB412346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59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66828-647B-D170-87FC-F8145DDC9F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716016"/>
            <a:ext cx="6408713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chemeClr val="accent6"/>
                </a:solidFill>
              </a:rPr>
              <a:t>PROMO DU MANUFACTURIER!</a:t>
            </a:r>
            <a:r>
              <a:rPr lang="fr-CA" b="1" dirty="0"/>
              <a:t> </a:t>
            </a:r>
            <a:r>
              <a:rPr lang="fr-CA" dirty="0"/>
              <a:t>À l’achat d’un cabanon </a:t>
            </a:r>
            <a:r>
              <a:rPr lang="fr-CA" dirty="0" err="1"/>
              <a:t>Fiberwood</a:t>
            </a:r>
            <a:r>
              <a:rPr lang="fr-CA" dirty="0"/>
              <a:t>, obtenez l’installation gratuite! Voir formulaire ci-jointe à faire signer au client.</a:t>
            </a:r>
            <a:endParaRPr lang="fr-CA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fr-FR" sz="1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Détail de l’offre: </a:t>
            </a:r>
          </a:p>
          <a:p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offre l’installation gratuite des cabanons , PAR les installateurs de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 Aux conditions et termes suivants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Sur tous nos modèles de cabanon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Offre valable pour tout le Québec avec certaines conditions : Jusqu’à un maximum de 50km d’une succursale Club Piscine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Distance excédentaire facturée au client de Club Piscine au montant de 2,20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$ du kilomètre facturé directement par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(incluant temps homme et transport) . Montant de l’excédent à payer par le client la journée de l’installation.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vendu demeure gratuite pour l’acheteur </a:t>
            </a:r>
            <a:r>
              <a:rPr lang="fr-FR" sz="1200" u="sng" dirty="0">
                <a:solidFill>
                  <a:srgbClr val="000000"/>
                </a:solidFill>
                <a:latin typeface="Aptos" panose="020B0004020202020204" pitchFamily="34" charset="0"/>
              </a:rPr>
              <a:t>à condition qu’il accepte que l’installation soit possiblement filmée à des buts publicitaires. 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Voir formulaire ci-joint.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vendu doit être planifié entre le 1er septembre 2024 et le 15 novembre 2024 pour qu’elle demeure gratuite. </a:t>
            </a: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Voir rabais en cours dans l’annexes.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400$</a:t>
            </a:r>
            <a:r>
              <a:rPr lang="fr-CA" sz="14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FERMETURE 2024 ET OUVERTURE 2025 OFFERTS GRATUITEMENT. </a:t>
            </a:r>
            <a:r>
              <a:rPr lang="fr-FR" sz="1400" dirty="0"/>
              <a:t>SEULEMENT applicable sur une installation en 2024. Non applicable si l'installation se fait en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FINANCEMENT </a:t>
            </a:r>
            <a:r>
              <a:rPr lang="fr-FR" sz="1400" dirty="0"/>
              <a:t>(non publicisé)</a:t>
            </a:r>
            <a:r>
              <a:rPr lang="fr-FR" sz="1400" b="1" dirty="0"/>
              <a:t>:  Rien à payer pendant 9 mois avec FAIRSTONE (code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4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400" dirty="0"/>
              <a:t>Si le client ne veut pas le financement, on donne un rabais de 3% sur le montant de la facture de la piscine (aucun escompte pour la Sydney).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/>
              <a:t>PUBLICITÉ</a:t>
            </a:r>
            <a:r>
              <a:rPr lang="fr-CA" sz="1400" dirty="0"/>
              <a:t>: Nous allons publicisé la MAHO/SOHO 15pi équipée, chauffée installée au prix spécial de 6199$. *BYPASS et installation du bypass non inclus (valeur de 250$)</a:t>
            </a:r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piscine!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6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+ thermopompe Solstice 50k btu offert gratuitement!</a:t>
            </a: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211960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567407"/>
            <a:ext cx="6408713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de jusqu’à 4500$ </a:t>
            </a:r>
            <a:r>
              <a:rPr lang="fr-CA" sz="14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>
                <a:sym typeface="Wingdings" panose="05000000000000000000" pitchFamily="2" charset="2"/>
              </a:rPr>
              <a:t>AQUARINO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jusqu’à 8500$ </a:t>
            </a:r>
            <a:r>
              <a:rPr lang="fr-CA" sz="1400" dirty="0"/>
              <a:t>sur certaines piscines AQUARINO équipées et installées (rabais de 3500$ si piscine seule).</a:t>
            </a:r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600" b="1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tous les modèles TTI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1552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075457"/>
            <a:ext cx="6408713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accent6"/>
                </a:solidFill>
              </a:rPr>
              <a:t>PROMO DU MANUFACTURIER! </a:t>
            </a:r>
            <a:r>
              <a:rPr lang="en-CA" sz="1600" dirty="0"/>
              <a:t>À </a:t>
            </a:r>
            <a:r>
              <a:rPr lang="en-CA" sz="1600" dirty="0" err="1"/>
              <a:t>l’achat</a:t>
            </a:r>
            <a:r>
              <a:rPr lang="en-CA" sz="1600" dirty="0"/>
              <a:t> d’un robot POLARIS de 1399$ et+, </a:t>
            </a:r>
            <a:r>
              <a:rPr lang="en-CA" sz="1600" dirty="0" err="1"/>
              <a:t>obtenez</a:t>
            </a:r>
            <a:r>
              <a:rPr lang="en-CA" sz="1600" dirty="0"/>
              <a:t> le service de fermeture de piscine </a:t>
            </a:r>
            <a:r>
              <a:rPr lang="en-CA" sz="1600" dirty="0" err="1"/>
              <a:t>gratuitement</a:t>
            </a:r>
            <a:r>
              <a:rPr lang="en-CA" sz="1600" dirty="0"/>
              <a:t>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15% de </a:t>
            </a:r>
            <a:r>
              <a:rPr lang="en-CA" sz="1600" dirty="0" err="1"/>
              <a:t>rabais</a:t>
            </a:r>
            <a:r>
              <a:rPr lang="en-CA" sz="1600" dirty="0"/>
              <a:t> sur les </a:t>
            </a:r>
            <a:r>
              <a:rPr lang="en-CA" sz="1600" dirty="0" err="1"/>
              <a:t>filtres</a:t>
            </a:r>
            <a:r>
              <a:rPr lang="en-CA" sz="1600" dirty="0"/>
              <a:t> à cartouche</a:t>
            </a:r>
            <a:endParaRPr lang="fr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732240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changement. Voir Annexes pour rabais en cours.</a:t>
            </a:r>
            <a:endParaRPr lang="en-US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155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 </a:t>
            </a:r>
            <a:endParaRPr lang="fr-CA" b="1" dirty="0">
              <a:highlight>
                <a:srgbClr val="FFFF00"/>
              </a:highlight>
            </a:endParaRPr>
          </a:p>
          <a:p>
            <a:r>
              <a:rPr lang="fr-CA" sz="16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HT </a:t>
            </a:r>
            <a:r>
              <a:rPr lang="fr-CA" sz="1600" dirty="0"/>
              <a:t>: 9 mois sans paiement ni intérêt sur les piscine hors terre (</a:t>
            </a:r>
            <a:r>
              <a:rPr lang="fr-CA" sz="1600" b="1" dirty="0"/>
              <a:t>Code 12090</a:t>
            </a:r>
            <a:r>
              <a:rPr lang="fr-CA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Autres : </a:t>
            </a:r>
            <a:r>
              <a:rPr lang="fr-CA" sz="1600" dirty="0"/>
              <a:t>Il est possible d’offrir l’un des 5 plans qui sont également offerts en ligne à l’achat de 500$ et+ . Le frais au marchand est similaire à celui d’une carte de crédit </a:t>
            </a: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b="1" dirty="0"/>
          </a:p>
          <a:p>
            <a:r>
              <a:rPr lang="fr-CA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PISCINE CREUSÉE &amp; FIBRE : </a:t>
            </a:r>
            <a:r>
              <a:rPr lang="fr-CA" sz="1600" dirty="0"/>
              <a:t>Aucun financement inclus dans la promotion du mois mais il est suggéré d’utiliser le Financement </a:t>
            </a:r>
            <a:r>
              <a:rPr lang="fr-CA" sz="1600" b="1" dirty="0"/>
              <a:t>FINANCE IT </a:t>
            </a:r>
            <a:r>
              <a:rPr lang="fr-CA" sz="16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Le 6 mois débute à la livraison/installation.</a:t>
            </a:r>
            <a:endParaRPr lang="fr-CA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278" y="390330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62917C-28A1-2205-4D9F-C03638F79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" y="3983197"/>
            <a:ext cx="2801516" cy="85479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D1B47A9-4321-DB06-5801-664B62A7D5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" y="4969843"/>
            <a:ext cx="2801516" cy="7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603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r>
              <a:rPr lang="fr-CA" sz="1600" dirty="0"/>
              <a:t>Voici le détail des rabais et avantages de 4100$ de la promotion spa de septembre: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Jusqu’à 1000$ de rabais sur les spas Jacuzzi + 1900$ valeur de la Trousse </a:t>
            </a:r>
            <a:r>
              <a:rPr lang="fr-CA" sz="1600" dirty="0" err="1"/>
              <a:t>SmartTub</a:t>
            </a:r>
            <a:r>
              <a:rPr lang="fr-CA" sz="1600" dirty="0"/>
              <a:t> + 900$ valeur des tapis chauffants + 300$ valeur du </a:t>
            </a:r>
            <a:r>
              <a:rPr lang="fr-CA" sz="1600" dirty="0" err="1"/>
              <a:t>Sensor</a:t>
            </a:r>
            <a:r>
              <a:rPr lang="fr-CA" sz="1600" dirty="0"/>
              <a:t> kit = </a:t>
            </a:r>
            <a:r>
              <a:rPr lang="fr-CA" sz="1600" b="1" dirty="0"/>
              <a:t>valeur de  4100$.  NOTE: </a:t>
            </a:r>
            <a:r>
              <a:rPr lang="fr-CA" sz="1600" dirty="0"/>
              <a:t>Les 30x38 que vous recevrez en magasin ont été imprimés SANS la valeur du </a:t>
            </a:r>
            <a:r>
              <a:rPr lang="fr-CA" sz="1600" dirty="0" err="1"/>
              <a:t>Sensor</a:t>
            </a:r>
            <a:r>
              <a:rPr lang="fr-CA" sz="1600" dirty="0"/>
              <a:t> kit et avec les tapis indiqués séparément. Nous avons finalement décidé d’utiliser le visuel ci-dessous pour l’ensemble de la campagne.</a:t>
            </a:r>
          </a:p>
          <a:p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C9F59A-DEAA-FB88-16EF-C0C3D11C3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868" y="4568928"/>
            <a:ext cx="2376264" cy="333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9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D22010-CE24-4771-AB25-30E13AD34ABC}"/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46171</TotalTime>
  <Words>2044</Words>
  <Application>Microsoft Office PowerPoint</Application>
  <PresentationFormat>Affichage à l'écran (4:3)</PresentationFormat>
  <Paragraphs>235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-apple-system</vt:lpstr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1434</cp:revision>
  <cp:lastPrinted>2022-04-27T14:46:34Z</cp:lastPrinted>
  <dcterms:created xsi:type="dcterms:W3CDTF">2017-05-24T18:44:46Z</dcterms:created>
  <dcterms:modified xsi:type="dcterms:W3CDTF">2024-09-03T21:02:28Z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