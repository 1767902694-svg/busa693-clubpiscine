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CB"/>
    <a:srgbClr val="229FCC"/>
    <a:srgbClr val="7FCDE9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81" d="100"/>
          <a:sy n="81" d="100"/>
        </p:scale>
        <p:origin x="3012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01/03/2024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2024-03-01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2024-03-01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2024-03-01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2024-03-01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2024-03-01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2024-03-01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2024-03-01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1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1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4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4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6" y="2334374"/>
            <a:ext cx="6408713" cy="65517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changements par rapport à février:</a:t>
            </a:r>
          </a:p>
          <a:p>
            <a:r>
              <a:rPr lang="fr-CA" sz="14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Jusqu’à 1000$ de rabais sur les modèles 2024 + 12 mois reportés avec paiement minimum de 5% (non publicisé).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SPA DE NAGE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: 1000$ de rabais sur les Jacuzzi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Rabais de 500$ sur toutes les piscines hors terre + 400$ de rabais sur la thermopompe (tous les modèles) + Vision Pro et </a:t>
            </a:r>
            <a:r>
              <a:rPr lang="fr-CA" sz="13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Triclobloc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 2kg GRATUIT  + promo de financement 4,99% sur 48 mois.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CREUSÉE: 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Rabais de 3000$ de rabais + Promo de financement à 4,99% sur 48 mois.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FIBRE: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2500$ de rabais sur les Piscines </a:t>
            </a:r>
            <a:r>
              <a:rPr lang="fr-CA" sz="1350" u="sng" dirty="0">
                <a:latin typeface="Calibri Light" panose="020F0302020204030204" pitchFamily="34" charset="0"/>
                <a:cs typeface="Times New Roman" panose="02020603050405020304" pitchFamily="18" charset="0"/>
              </a:rPr>
              <a:t>Aquarino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 + 50% de rabais sur le combo Chauffage/Sel + 4.99% sur 48 mois.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THERMOPOMPES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: Rabais de 200$ sur les Solstice et 100$ sur les TTI ECOLO.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MEUBLES, PARASOLS et ACESSOIRES: 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On bascule aux prix 2024. Rabais de l'équivalence des TAXES ou financement 36 Versements égaux sans intérêt ou 24 Mois reporté avec paiement min. de 5%  </a:t>
            </a:r>
            <a:r>
              <a:rPr lang="fr-CA" sz="1350" u="sng" dirty="0">
                <a:latin typeface="Calibri Light" panose="020F0302020204030204" pitchFamily="34" charset="0"/>
                <a:cs typeface="Times New Roman" panose="02020603050405020304" pitchFamily="18" charset="0"/>
              </a:rPr>
              <a:t>sur items sélectionnés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. Voir annexes pour les exclusions.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GAZEBOS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: Jusqu’à 500$ de rabais sur les gazebos. Voir annexes de prix.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: Plusieurs rabais en cours. Voir annexes pour les prix.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3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AUTRES: </a:t>
            </a:r>
            <a:r>
              <a:rPr lang="fr-CA" sz="1350" dirty="0">
                <a:latin typeface="Calibri Light" panose="020F0302020204030204" pitchFamily="34" charset="0"/>
                <a:cs typeface="Times New Roman" panose="02020603050405020304" pitchFamily="18" charset="0"/>
              </a:rPr>
              <a:t>10% de rabais sur tous les couvercles de spas.</a:t>
            </a:r>
          </a:p>
          <a:p>
            <a:pPr lvl="0"/>
            <a:endParaRPr lang="fr-CA" sz="135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35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600" b="1" dirty="0"/>
          </a:p>
          <a:p>
            <a:r>
              <a:rPr lang="fr-CA" sz="1600" b="1" dirty="0"/>
              <a:t>JACUZZI </a:t>
            </a:r>
            <a:endParaRPr lang="fr-CA" sz="16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1500$ de rabais </a:t>
            </a:r>
            <a:r>
              <a:rPr lang="fr-CA" sz="1600" dirty="0"/>
              <a:t>sur a série J200 et J400 </a:t>
            </a:r>
            <a:r>
              <a:rPr lang="fr-CA" sz="1600" b="1" dirty="0"/>
              <a:t>2023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la série J300 et J400 (peu importe l’année)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500$ de rabais </a:t>
            </a:r>
            <a:r>
              <a:rPr lang="fr-CA" sz="1600" dirty="0"/>
              <a:t>sur la série J200</a:t>
            </a:r>
            <a:r>
              <a:rPr lang="fr-CA" sz="1600" b="1" dirty="0"/>
              <a:t> 2024 </a:t>
            </a:r>
            <a:r>
              <a:rPr lang="fr-CA" sz="1600" dirty="0"/>
              <a:t>(Smart tub non inclus sur les modèles 2024)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dirty="0"/>
              <a:t>La livraison </a:t>
            </a:r>
            <a:r>
              <a:rPr lang="fr-FR" sz="16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FINANCEMENT: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12 mois reportés avec paiement mensuel de 5%, non publicisé.</a:t>
            </a:r>
            <a:r>
              <a:rPr lang="fr-CA" sz="16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de financement il n’y pas PAS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Tous les modèles 2024 viennent avec la promotion ‘’Trousse énergétique </a:t>
            </a:r>
            <a:r>
              <a:rPr lang="fr-CA" sz="1600" b="1" dirty="0" err="1"/>
              <a:t>SmartTub</a:t>
            </a:r>
            <a:r>
              <a:rPr lang="fr-CA" sz="1600" b="1" dirty="0"/>
              <a:t> </a:t>
            </a:r>
            <a:r>
              <a:rPr lang="fr-CA" sz="1600" b="1" dirty="0" err="1"/>
              <a:t>play</a:t>
            </a:r>
            <a:r>
              <a:rPr lang="fr-CA" sz="1600" b="1" dirty="0"/>
              <a:t>’’ d’une valeur ajoutée de </a:t>
            </a:r>
            <a:r>
              <a:rPr lang="fr-CA" sz="1600" dirty="0"/>
              <a:t>: </a:t>
            </a:r>
            <a:endParaRPr lang="fr-CA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2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2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2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2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2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2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endParaRPr lang="fr-CA" sz="1400" dirty="0"/>
          </a:p>
          <a:p>
            <a:r>
              <a:rPr lang="fr-CA" sz="1400" u="sng" dirty="0"/>
              <a:t>Produits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10% de rabais sur tous les couvercles de spa</a:t>
            </a:r>
            <a:endParaRPr lang="fr-CA" sz="1400" dirty="0">
              <a:highlight>
                <a:srgbClr val="FFFF00"/>
              </a:highlight>
            </a:endParaRP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600" b="1" dirty="0"/>
              <a:t>SOLSTICE SPAS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1000$ de rabais </a:t>
            </a:r>
            <a:r>
              <a:rPr lang="fr-CA" sz="1600" dirty="0"/>
              <a:t>sur les modèles 2023 applicable sur le prix régulier</a:t>
            </a:r>
            <a:endParaRPr lang="fr-CA" sz="16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500$ de rabais </a:t>
            </a:r>
            <a:r>
              <a:rPr lang="fr-CA" sz="1600" dirty="0"/>
              <a:t>sur les modèles 2024  applicable sur le prix régulier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FINANCEMENT: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12 mois reportés avec paiement minimum de 5%, non publicisé.</a:t>
            </a:r>
            <a:endParaRPr lang="fr-CA" sz="1600" b="1" dirty="0">
              <a:highlight>
                <a:srgbClr val="FFFF00"/>
              </a:highlight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de financement il n’y pas </a:t>
            </a:r>
            <a:r>
              <a:rPr lang="fr-FR" sz="16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PAS</a:t>
            </a: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PROMO: OBTENEZ 2 SERVIETTES SOLSTICE À L’ACHAT D’UN SPA </a:t>
            </a:r>
            <a:r>
              <a:rPr lang="fr-CA" sz="1600" dirty="0"/>
              <a:t>(</a:t>
            </a:r>
            <a:r>
              <a:rPr lang="fr-CA" sz="1600" i="1" dirty="0"/>
              <a:t>PTR 173988)</a:t>
            </a:r>
            <a:r>
              <a:rPr lang="fr-CA" sz="16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Le levier, la marche, le GFCI sont </a:t>
            </a:r>
            <a:r>
              <a:rPr lang="fr-CA" sz="1600" b="1" dirty="0"/>
              <a:t>INCLUS</a:t>
            </a:r>
            <a:r>
              <a:rPr lang="fr-CA" sz="16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dirty="0"/>
              <a:t>La livraison </a:t>
            </a:r>
            <a:r>
              <a:rPr lang="fr-CA" sz="1600" b="1" dirty="0"/>
              <a:t>N’EST PAS INCLUSE</a:t>
            </a:r>
          </a:p>
          <a:p>
            <a:pPr lvl="0"/>
            <a:endParaRPr lang="fr-CA" sz="1600" b="1" dirty="0"/>
          </a:p>
          <a:p>
            <a:r>
              <a:rPr lang="fr-CA" sz="1600" u="sng" dirty="0"/>
              <a:t>Produits complémentaires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10% de rabais sur tous les couvercles de spa.</a:t>
            </a:r>
            <a:endParaRPr lang="fr-CA" sz="16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LUMIO – STORM/STREAM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Rabais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n’est pas incluse.</a:t>
            </a:r>
            <a:endParaRPr lang="fr-CA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1000$ de rabais sur les spas de nage Jacuzzi.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Aucune promo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</a:p>
          <a:p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0370B06F-2204-409D-9F14-EA188DB7EFA7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Nouveaux prix réguliers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On paie l’équivalent des taxes </a:t>
            </a:r>
            <a:r>
              <a:rPr lang="fr-CA" sz="1600" dirty="0"/>
              <a:t>sur les meubles, parasols et accessoires à prix réguliers </a:t>
            </a:r>
            <a:r>
              <a:rPr lang="fr-CA" sz="1600" b="1" dirty="0"/>
              <a:t>OU</a:t>
            </a:r>
            <a:r>
              <a:rPr lang="fr-CA" sz="1600" dirty="0"/>
              <a:t> 36 versements égaux sans intérêt </a:t>
            </a:r>
            <a:r>
              <a:rPr lang="fr-CA" sz="1600" b="1" dirty="0"/>
              <a:t>OU </a:t>
            </a:r>
            <a:r>
              <a:rPr lang="fr-CA" sz="1600" dirty="0"/>
              <a:t>24 mois reportés avec paiement minimum de 5% (non publicisé).</a:t>
            </a:r>
            <a:endParaRPr lang="fr-CA" sz="1600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EXCLUSION: </a:t>
            </a:r>
            <a:r>
              <a:rPr lang="fr-CA" sz="1600" dirty="0"/>
              <a:t>Les imbattables et autres meuble à bas prix seront toujours exclu de la promotion des 2 taxes (voir annexes pour connaitre la liste exacte des exclusions).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A" sz="1800" dirty="0"/>
              <a:t>Nouveaux prix réguliers 2024.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Rabais en cours voir Annexes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Aucune promotion de financement.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BD65058E-2E40-488F-AD2D-0894AACC1DAD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Promotion </a:t>
            </a:r>
            <a:r>
              <a:rPr lang="fr-CA" dirty="0" err="1">
                <a:latin typeface="Calibri" panose="020F0502020204030204" pitchFamily="34" charset="0"/>
              </a:rPr>
              <a:t>Napoleon</a:t>
            </a:r>
            <a:r>
              <a:rPr lang="fr-CA" dirty="0">
                <a:latin typeface="Calibri" panose="020F0502020204030204" pitchFamily="34" charset="0"/>
              </a:rPr>
              <a:t> « </a:t>
            </a:r>
            <a:r>
              <a:rPr lang="fr-CA" b="1" dirty="0">
                <a:latin typeface="Calibri" panose="020F0502020204030204" pitchFamily="34" charset="0"/>
              </a:rPr>
              <a:t>Allumez vos grills </a:t>
            </a:r>
            <a:r>
              <a:rPr lang="fr-CA" dirty="0">
                <a:latin typeface="Calibri" panose="020F0502020204030204" pitchFamily="34" charset="0"/>
              </a:rPr>
              <a:t>» qui donne un rabais sur certains modèles (formulaire de réclamations sera déposé sur le </a:t>
            </a:r>
            <a:r>
              <a:rPr lang="fr-CA" dirty="0" err="1">
                <a:latin typeface="Calibri" panose="020F0502020204030204" pitchFamily="34" charset="0"/>
              </a:rPr>
              <a:t>sharepoint</a:t>
            </a:r>
            <a:r>
              <a:rPr lang="fr-CA" dirty="0">
                <a:latin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Voir annexes de vente pour rabais sur certains modèles 2023 (non publicisé).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619A523-3587-422F-87B8-70A8B3DFF39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38E3DE0-1170-4F6D-9757-64FA783277E9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6" y="2139809"/>
            <a:ext cx="6408713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2000" b="1" dirty="0">
                <a:sym typeface="Wingdings" panose="05000000000000000000" pitchFamily="2" charset="2"/>
              </a:rPr>
              <a:t>CARVIN  &amp; TRENDIUM (VOGUE) </a:t>
            </a:r>
            <a:endParaRPr lang="fr-CA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500$ </a:t>
            </a:r>
            <a:r>
              <a:rPr lang="fr-CA" sz="1600" dirty="0"/>
              <a:t>sur toutes les piscines hors terre Seules, Équipées et Équipées &amp; Installées. Le même rabais s’applique sur les modèles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à l’achat d’une piscine hors terre. Toutes thermopompes admissibles. L’installation de la Thermopompe et le By-pass ne </a:t>
            </a:r>
            <a:r>
              <a:rPr lang="fr-CA" sz="16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GRATUIT: </a:t>
            </a:r>
            <a:r>
              <a:rPr lang="fr-CA" sz="1600" dirty="0"/>
              <a:t>Vision pro et </a:t>
            </a:r>
            <a:r>
              <a:rPr lang="fr-CA" sz="1600" dirty="0" err="1"/>
              <a:t>Triclo</a:t>
            </a:r>
            <a:r>
              <a:rPr lang="fr-CA" sz="1600" dirty="0"/>
              <a:t> bloc 2kg. offert gratuitement (valeur de 345$) à l’achat d’une piscine équipée (non publicisé).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le </a:t>
            </a:r>
            <a:r>
              <a:rPr lang="fr-CA" sz="16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VisionPro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, on offre 150$ de rabais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</a:t>
            </a:r>
            <a:r>
              <a:rPr lang="fr-CA" sz="1600" dirty="0"/>
              <a:t>: 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 4,99% sur 48 mois</a:t>
            </a:r>
            <a:endParaRPr lang="fr-CA" sz="1600" b="1" dirty="0">
              <a:highlight>
                <a:srgbClr val="FFFF00"/>
              </a:highlight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de financement, on donne 8% de rabais supplémentaire.</a:t>
            </a:r>
          </a:p>
          <a:p>
            <a:endParaRPr lang="fr-CA" sz="1400" i="1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28086"/>
            <a:ext cx="6408713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le prix régulier d’une thermopompe (tous les modèles) à l’achat d’une piscine de bois chauffée. By-pass non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RABAIS de 3000$</a:t>
            </a:r>
            <a:r>
              <a:rPr lang="fr-CA" sz="1600" dirty="0">
                <a:ea typeface="Calibri" panose="020F0502020204030204" pitchFamily="34" charset="0"/>
                <a:cs typeface="Times New Roman" panose="02020603050405020304" pitchFamily="18" charset="0"/>
              </a:rPr>
              <a:t> sur le prix régulier de toutes les piscines creusées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FINANCEMENT</a:t>
            </a:r>
            <a:r>
              <a:rPr lang="fr-CA" sz="1600" dirty="0">
                <a:ea typeface="Calibri" panose="020F0502020204030204" pitchFamily="34" charset="0"/>
                <a:cs typeface="Times New Roman" panose="02020603050405020304" pitchFamily="18" charset="0"/>
              </a:rPr>
              <a:t>: 4,99% sur 48 mois </a:t>
            </a:r>
            <a:endParaRPr lang="fr-CA" sz="1600" dirty="0">
              <a:highlight>
                <a:srgbClr val="FFFF00"/>
              </a:highlight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de financement, on donne 5% de rabais supplémentaire.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  <a:endParaRPr lang="fr-CA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28396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639415"/>
            <a:ext cx="6408713" cy="406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MOVA</a:t>
            </a: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3500$ </a:t>
            </a:r>
            <a:r>
              <a:rPr lang="fr-CA" sz="1600" dirty="0"/>
              <a:t>sur tous les modèles MOVA équipées et installées (rabais de 2500$ si piscine seule)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1500$ </a:t>
            </a:r>
            <a:r>
              <a:rPr lang="fr-CA" sz="1600" dirty="0"/>
              <a:t>(50% de rabais) sur le combo Thermopompe Solstice et le </a:t>
            </a:r>
            <a:r>
              <a:rPr lang="fr-CA" sz="1600" dirty="0" err="1"/>
              <a:t>chlorateur</a:t>
            </a:r>
            <a:r>
              <a:rPr lang="fr-CA" sz="1600" dirty="0"/>
              <a:t> au sel POLARIS </a:t>
            </a:r>
            <a:r>
              <a:rPr lang="fr-CA" sz="1600" dirty="0" err="1"/>
              <a:t>Autoclear</a:t>
            </a:r>
            <a:r>
              <a:rPr lang="fr-CA" sz="16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/>
          </a:p>
          <a:p>
            <a:r>
              <a:rPr lang="fr-CA" sz="1600" b="1" dirty="0">
                <a:sym typeface="Wingdings" panose="05000000000000000000" pitchFamily="2" charset="2"/>
              </a:rPr>
              <a:t>AQUARINO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2500$ </a:t>
            </a:r>
            <a:r>
              <a:rPr lang="fr-CA" sz="1600" dirty="0"/>
              <a:t>sur les piscines AQUARINO équipées et installées (rabais de 2500$ si piscine seule).</a:t>
            </a:r>
            <a:endParaRPr lang="fr-CA" sz="16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600" b="1" dirty="0"/>
              <a:t>FINANCEMENT</a:t>
            </a:r>
            <a:r>
              <a:rPr lang="fr-CA" sz="1600" dirty="0">
                <a:ea typeface="Calibri" panose="020F0502020204030204" pitchFamily="34" charset="0"/>
                <a:cs typeface="Times New Roman" panose="02020603050405020304" pitchFamily="18" charset="0"/>
              </a:rPr>
              <a:t>: 4,99% sur 48 mois (Sur la piscine installée seulement)</a:t>
            </a:r>
            <a:endParaRPr lang="fr-CA" sz="1600" dirty="0">
              <a:highlight>
                <a:srgbClr val="FFFF00"/>
              </a:highlight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Si le client ne prend pas de financement, on donne 5% de rabais supplémentaire (sur piscine installée seulement).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1500$ </a:t>
            </a:r>
            <a:r>
              <a:rPr lang="fr-CA" sz="1600" dirty="0"/>
              <a:t>(50% de rabais) sur le combo Thermopompe Solstice et le </a:t>
            </a:r>
            <a:r>
              <a:rPr lang="fr-CA" sz="1600" dirty="0" err="1"/>
              <a:t>chlorateur</a:t>
            </a:r>
            <a:r>
              <a:rPr lang="fr-CA" sz="1600" dirty="0"/>
              <a:t> au sel POLARIS </a:t>
            </a:r>
            <a:r>
              <a:rPr lang="fr-CA" sz="1600" dirty="0" err="1"/>
              <a:t>Autoclear</a:t>
            </a:r>
            <a:r>
              <a:rPr lang="fr-CA" sz="16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</a:t>
            </a:r>
            <a:r>
              <a:rPr lang="fr-CA" sz="1600" dirty="0"/>
              <a:t> sur le prix RÉGULIER de toutes les Thermopompes SOLSTICE. </a:t>
            </a:r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100$ </a:t>
            </a:r>
            <a:r>
              <a:rPr lang="fr-CA" sz="1600" dirty="0"/>
              <a:t>sur les Thermopompes de marque TTI</a:t>
            </a:r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4793354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5153288"/>
            <a:ext cx="64087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b="1" dirty="0"/>
          </a:p>
          <a:p>
            <a:r>
              <a:rPr lang="fr-CA" dirty="0"/>
              <a:t>Aucune promotion en cours.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41641" y="2260613"/>
            <a:ext cx="6408713" cy="423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600" dirty="0"/>
              <a:t>Aucune promotion en cours.</a:t>
            </a: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Voir annexes pour les rabais sur certains modèles</a:t>
            </a: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Calibri Light" panose="020F0302020204030204" pitchFamily="34" charset="0"/>
                <a:cs typeface="Times New Roman" panose="02020603050405020304" pitchFamily="18" charset="0"/>
              </a:rPr>
              <a:t>PROMO FINANCEMENT:  Rien à payer avant 2025 = 12 mois sans paiement ni intérêt (</a:t>
            </a:r>
            <a:r>
              <a:rPr lang="fr-CA" b="1" dirty="0">
                <a:latin typeface="Calibri" panose="020F0502020204030204" pitchFamily="34" charset="0"/>
              </a:rPr>
              <a:t>code promo </a:t>
            </a:r>
            <a:r>
              <a:rPr lang="fr-CA" b="1" dirty="0" err="1">
                <a:latin typeface="Calibri" panose="020F0502020204030204" pitchFamily="34" charset="0"/>
              </a:rPr>
              <a:t>Fairstone</a:t>
            </a:r>
            <a:r>
              <a:rPr lang="fr-CA" b="1" dirty="0">
                <a:latin typeface="Calibri" panose="020F0502020204030204" pitchFamily="34" charset="0"/>
              </a:rPr>
              <a:t> 12128)</a:t>
            </a:r>
            <a:endParaRPr lang="en-US" b="1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6 mars au 2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avril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</a:t>
            </a:r>
            <a:r>
              <a:rPr lang="fr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4"/>
            <a:ext cx="6408713" cy="6148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</a:t>
            </a:r>
          </a:p>
          <a:p>
            <a:endParaRPr lang="fr-CA" b="1" dirty="0">
              <a:highlight>
                <a:srgbClr val="FFFF00"/>
              </a:highlight>
            </a:endParaRPr>
          </a:p>
          <a:p>
            <a:r>
              <a:rPr lang="fr-CA" sz="16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CREUSÉE et HT</a:t>
            </a:r>
            <a:r>
              <a:rPr lang="fr-CA" sz="1600" dirty="0"/>
              <a:t>: 4,99% sur 48 mois - </a:t>
            </a:r>
            <a:r>
              <a:rPr lang="fr-CA" sz="1600" b="1" dirty="0"/>
              <a:t>code 36487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SPA</a:t>
            </a:r>
            <a:r>
              <a:rPr lang="fr-CA" sz="1600" dirty="0"/>
              <a:t>: 12 mois reporté avec paiement mensuel de 5% - </a:t>
            </a:r>
            <a:r>
              <a:rPr lang="fr-CA" sz="1600" b="1" dirty="0"/>
              <a:t>code 13120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MEUBLE</a:t>
            </a:r>
            <a:r>
              <a:rPr lang="fr-CA" sz="16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36 versements égaux sans intérêts – </a:t>
            </a:r>
            <a:r>
              <a:rPr lang="fr-CA" sz="1600" b="1" dirty="0"/>
              <a:t>code 16360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24 mois reporté avec paiement mensuels de 5% - </a:t>
            </a:r>
            <a:r>
              <a:rPr lang="fr-CA" sz="1600" b="1" dirty="0"/>
              <a:t>code 13240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FITNESS</a:t>
            </a:r>
            <a:r>
              <a:rPr lang="fr-CA" sz="1600" dirty="0"/>
              <a:t>: 12 mois sans paiement ni intérêt </a:t>
            </a:r>
            <a:r>
              <a:rPr lang="fr-CA" sz="1600" b="1" dirty="0"/>
              <a:t>- code promo </a:t>
            </a:r>
            <a:r>
              <a:rPr lang="fr-CA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12128</a:t>
            </a: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CA" sz="1600" b="1" dirty="0"/>
              <a:t>Plans réguliers que vous pouvez offrir </a:t>
            </a:r>
            <a:r>
              <a:rPr lang="fr-CA" sz="1600" b="1" u="sng" dirty="0"/>
              <a:t>en tout temps*</a:t>
            </a:r>
            <a:r>
              <a:rPr lang="fr-CA" sz="1600" b="1" dirty="0"/>
              <a:t>:</a:t>
            </a:r>
          </a:p>
          <a:p>
            <a:endParaRPr lang="fr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pPr>
              <a:lnSpc>
                <a:spcPct val="150000"/>
              </a:lnSpc>
            </a:pPr>
            <a:endParaRPr lang="fr-CA" sz="16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CA" sz="16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*Ces 3 plans peuvent être offerts en tout temps puisque le frais marchand est pratiquement le même ou moindre qu’un frais de carte de crédit.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111" y="5676001"/>
            <a:ext cx="3386725" cy="212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14A9A5-797A-4EAF-AB03-538AE7D50E4E}"/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42348</TotalTime>
  <Words>1546</Words>
  <Application>Microsoft Office PowerPoint</Application>
  <PresentationFormat>Affichage à l'écran (4:3)</PresentationFormat>
  <Paragraphs>174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Présentation PowerPoint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  <vt:lpstr>Instructions de vente 6 mars au 2 avril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1218</cp:revision>
  <cp:lastPrinted>2022-04-27T14:46:34Z</cp:lastPrinted>
  <dcterms:created xsi:type="dcterms:W3CDTF">2017-05-24T18:44:46Z</dcterms:created>
  <dcterms:modified xsi:type="dcterms:W3CDTF">2024-03-01T22:03:24Z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