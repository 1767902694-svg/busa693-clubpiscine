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7"/>
  </p:notesMasterIdLst>
  <p:sldIdLst>
    <p:sldId id="265" r:id="rId5"/>
    <p:sldId id="281" r:id="rId6"/>
  </p:sldIdLst>
  <p:sldSz cx="6858000" cy="9144000" type="screen4x3"/>
  <p:notesSz cx="6950075" cy="9236075"/>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29FCC"/>
    <a:srgbClr val="218BCB"/>
    <a:srgbClr val="53BB6A"/>
    <a:srgbClr val="7FCDE9"/>
    <a:srgbClr val="48B8E0"/>
    <a:srgbClr val="2FAFD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668" autoAdjust="0"/>
    <p:restoredTop sz="94694"/>
  </p:normalViewPr>
  <p:slideViewPr>
    <p:cSldViewPr>
      <p:cViewPr varScale="1">
        <p:scale>
          <a:sx n="79" d="100"/>
          <a:sy n="79" d="100"/>
        </p:scale>
        <p:origin x="3216" y="96"/>
      </p:cViewPr>
      <p:guideLst>
        <p:guide orient="horz" pos="2880"/>
        <p:guide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notesMaster" Target="notesMasters/notesMaster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3011488" cy="463550"/>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937000" y="0"/>
            <a:ext cx="3011488" cy="463550"/>
          </a:xfrm>
          <a:prstGeom prst="rect">
            <a:avLst/>
          </a:prstGeom>
        </p:spPr>
        <p:txBody>
          <a:bodyPr vert="horz" lIns="91440" tIns="45720" rIns="91440" bIns="45720" rtlCol="0"/>
          <a:lstStyle>
            <a:lvl1pPr algn="r">
              <a:defRPr sz="1200"/>
            </a:lvl1pPr>
          </a:lstStyle>
          <a:p>
            <a:fld id="{D974EA55-1F88-4D33-948F-129C030CA228}" type="datetimeFigureOut">
              <a:rPr lang="fr-FR" smtClean="0"/>
              <a:t>24/04/2024</a:t>
            </a:fld>
            <a:endParaRPr lang="fr-FR"/>
          </a:p>
        </p:txBody>
      </p:sp>
      <p:sp>
        <p:nvSpPr>
          <p:cNvPr id="4" name="Espace réservé de l'image des diapositives 3"/>
          <p:cNvSpPr>
            <a:spLocks noGrp="1" noRot="1" noChangeAspect="1"/>
          </p:cNvSpPr>
          <p:nvPr>
            <p:ph type="sldImg" idx="2"/>
          </p:nvPr>
        </p:nvSpPr>
        <p:spPr>
          <a:xfrm>
            <a:off x="2305050" y="1154113"/>
            <a:ext cx="2339975" cy="311785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95325" y="4445000"/>
            <a:ext cx="5559425" cy="3636963"/>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772525"/>
            <a:ext cx="3011488" cy="463550"/>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937000" y="8772525"/>
            <a:ext cx="3011488" cy="463550"/>
          </a:xfrm>
          <a:prstGeom prst="rect">
            <a:avLst/>
          </a:prstGeom>
        </p:spPr>
        <p:txBody>
          <a:bodyPr vert="horz" lIns="91440" tIns="45720" rIns="91440" bIns="45720" rtlCol="0" anchor="b"/>
          <a:lstStyle>
            <a:lvl1pPr algn="r">
              <a:defRPr sz="1200"/>
            </a:lvl1pPr>
          </a:lstStyle>
          <a:p>
            <a:fld id="{8C8FADA9-DAE0-49B2-8C03-98CBE548380A}" type="slidenum">
              <a:rPr lang="fr-FR" smtClean="0"/>
              <a:t>‹N°›</a:t>
            </a:fld>
            <a:endParaRPr lang="fr-FR"/>
          </a:p>
        </p:txBody>
      </p:sp>
    </p:spTree>
    <p:extLst>
      <p:ext uri="{BB962C8B-B14F-4D97-AF65-F5344CB8AC3E}">
        <p14:creationId xmlns:p14="http://schemas.microsoft.com/office/powerpoint/2010/main" val="14449534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514350" y="2840568"/>
            <a:ext cx="5829300" cy="1960033"/>
          </a:xfrm>
        </p:spPr>
        <p:txBody>
          <a:bodyPr/>
          <a:lstStyle/>
          <a:p>
            <a:r>
              <a:rPr lang="fr-FR"/>
              <a:t>Modifiez le style du titre</a:t>
            </a:r>
            <a:endParaRPr lang="fr-CA"/>
          </a:p>
        </p:txBody>
      </p:sp>
      <p:sp>
        <p:nvSpPr>
          <p:cNvPr id="3" name="Sous-titre 2"/>
          <p:cNvSpPr>
            <a:spLocks noGrp="1"/>
          </p:cNvSpPr>
          <p:nvPr>
            <p:ph type="subTitle" idx="1"/>
          </p:nvPr>
        </p:nvSpPr>
        <p:spPr>
          <a:xfrm>
            <a:off x="1028700" y="5181600"/>
            <a:ext cx="4800600" cy="23368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Modifiez le style des sous-titres du masque</a:t>
            </a:r>
            <a:endParaRPr lang="fr-CA"/>
          </a:p>
        </p:txBody>
      </p:sp>
      <p:sp>
        <p:nvSpPr>
          <p:cNvPr id="4" name="Espace réservé de la date 3"/>
          <p:cNvSpPr>
            <a:spLocks noGrp="1"/>
          </p:cNvSpPr>
          <p:nvPr>
            <p:ph type="dt" sz="half" idx="10"/>
          </p:nvPr>
        </p:nvSpPr>
        <p:spPr/>
        <p:txBody>
          <a:bodyPr/>
          <a:lstStyle/>
          <a:p>
            <a:fld id="{831270F1-02CD-4B62-A24E-C50745FFF5F5}" type="datetime1">
              <a:rPr lang="fr-CA" smtClean="0"/>
              <a:t>2024-04-24</a:t>
            </a:fld>
            <a:endParaRPr lang="fr-CA"/>
          </a:p>
        </p:txBody>
      </p:sp>
      <p:sp>
        <p:nvSpPr>
          <p:cNvPr id="5" name="Espace réservé du pied de page 4"/>
          <p:cNvSpPr>
            <a:spLocks noGrp="1"/>
          </p:cNvSpPr>
          <p:nvPr>
            <p:ph type="ftr" sz="quarter" idx="11"/>
          </p:nvPr>
        </p:nvSpPr>
        <p:spPr/>
        <p:txBody>
          <a:bodyPr/>
          <a:lstStyle/>
          <a:p>
            <a:endParaRPr lang="fr-CA"/>
          </a:p>
        </p:txBody>
      </p:sp>
      <p:sp>
        <p:nvSpPr>
          <p:cNvPr id="6" name="Espace réservé du numéro de diapositive 5"/>
          <p:cNvSpPr>
            <a:spLocks noGrp="1"/>
          </p:cNvSpPr>
          <p:nvPr>
            <p:ph type="sldNum" sz="quarter" idx="12"/>
          </p:nvPr>
        </p:nvSpPr>
        <p:spPr/>
        <p:txBody>
          <a:bodyPr/>
          <a:lstStyle/>
          <a:p>
            <a:fld id="{31F4C03E-007A-4FDF-9746-0F09F296E587}" type="slidenum">
              <a:rPr lang="fr-CA" smtClean="0"/>
              <a:t>‹N°›</a:t>
            </a:fld>
            <a:endParaRPr lang="fr-CA"/>
          </a:p>
        </p:txBody>
      </p:sp>
    </p:spTree>
    <p:extLst>
      <p:ext uri="{BB962C8B-B14F-4D97-AF65-F5344CB8AC3E}">
        <p14:creationId xmlns:p14="http://schemas.microsoft.com/office/powerpoint/2010/main" val="29480495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fr-CA"/>
          </a:p>
        </p:txBody>
      </p:sp>
      <p:sp>
        <p:nvSpPr>
          <p:cNvPr id="3" name="Espace réservé du contenu 2"/>
          <p:cNvSpPr>
            <a:spLocks noGrp="1"/>
          </p:cNvSpPr>
          <p:nvPr>
            <p:ph idx="1"/>
          </p:nvPr>
        </p:nvSpPr>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p:cNvSpPr>
            <a:spLocks noGrp="1"/>
          </p:cNvSpPr>
          <p:nvPr>
            <p:ph type="dt" sz="half" idx="10"/>
          </p:nvPr>
        </p:nvSpPr>
        <p:spPr/>
        <p:txBody>
          <a:bodyPr/>
          <a:lstStyle/>
          <a:p>
            <a:fld id="{E8FB3501-DB26-46B1-B49D-78AAEDB8FBB0}" type="datetime1">
              <a:rPr lang="fr-CA" smtClean="0"/>
              <a:t>2024-04-24</a:t>
            </a:fld>
            <a:endParaRPr lang="fr-CA"/>
          </a:p>
        </p:txBody>
      </p:sp>
      <p:sp>
        <p:nvSpPr>
          <p:cNvPr id="5" name="Espace réservé du pied de page 4"/>
          <p:cNvSpPr>
            <a:spLocks noGrp="1"/>
          </p:cNvSpPr>
          <p:nvPr>
            <p:ph type="ftr" sz="quarter" idx="11"/>
          </p:nvPr>
        </p:nvSpPr>
        <p:spPr/>
        <p:txBody>
          <a:bodyPr/>
          <a:lstStyle/>
          <a:p>
            <a:endParaRPr lang="fr-CA"/>
          </a:p>
        </p:txBody>
      </p:sp>
      <p:sp>
        <p:nvSpPr>
          <p:cNvPr id="6" name="Espace réservé du numéro de diapositive 5"/>
          <p:cNvSpPr>
            <a:spLocks noGrp="1"/>
          </p:cNvSpPr>
          <p:nvPr>
            <p:ph type="sldNum" sz="quarter" idx="12"/>
          </p:nvPr>
        </p:nvSpPr>
        <p:spPr/>
        <p:txBody>
          <a:bodyPr/>
          <a:lstStyle/>
          <a:p>
            <a:fld id="{31F4C03E-007A-4FDF-9746-0F09F296E587}" type="slidenum">
              <a:rPr lang="fr-CA" smtClean="0"/>
              <a:t>‹N°›</a:t>
            </a:fld>
            <a:endParaRPr lang="fr-CA"/>
          </a:p>
        </p:txBody>
      </p:sp>
    </p:spTree>
    <p:extLst>
      <p:ext uri="{BB962C8B-B14F-4D97-AF65-F5344CB8AC3E}">
        <p14:creationId xmlns:p14="http://schemas.microsoft.com/office/powerpoint/2010/main" val="17568852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541735" y="5875867"/>
            <a:ext cx="5829300" cy="1816100"/>
          </a:xfrm>
        </p:spPr>
        <p:txBody>
          <a:bodyPr anchor="t"/>
          <a:lstStyle>
            <a:lvl1pPr algn="l">
              <a:defRPr sz="4000" b="1" cap="all"/>
            </a:lvl1pPr>
          </a:lstStyle>
          <a:p>
            <a:r>
              <a:rPr lang="fr-FR"/>
              <a:t>Modifiez le style du titre</a:t>
            </a:r>
            <a:endParaRPr lang="fr-CA"/>
          </a:p>
        </p:txBody>
      </p:sp>
      <p:sp>
        <p:nvSpPr>
          <p:cNvPr id="3" name="Espace réservé du texte 2"/>
          <p:cNvSpPr>
            <a:spLocks noGrp="1"/>
          </p:cNvSpPr>
          <p:nvPr>
            <p:ph type="body" idx="1"/>
          </p:nvPr>
        </p:nvSpPr>
        <p:spPr>
          <a:xfrm>
            <a:off x="541735" y="3875618"/>
            <a:ext cx="5829300" cy="2000249"/>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Modifiez les styles du texte du masque</a:t>
            </a:r>
          </a:p>
        </p:txBody>
      </p:sp>
      <p:sp>
        <p:nvSpPr>
          <p:cNvPr id="4" name="Espace réservé de la date 3"/>
          <p:cNvSpPr>
            <a:spLocks noGrp="1"/>
          </p:cNvSpPr>
          <p:nvPr>
            <p:ph type="dt" sz="half" idx="10"/>
          </p:nvPr>
        </p:nvSpPr>
        <p:spPr/>
        <p:txBody>
          <a:bodyPr/>
          <a:lstStyle/>
          <a:p>
            <a:fld id="{3D9D7A85-2AFD-4815-A0A7-D4B79870DF4B}" type="datetime1">
              <a:rPr lang="fr-CA" smtClean="0"/>
              <a:t>2024-04-24</a:t>
            </a:fld>
            <a:endParaRPr lang="fr-CA"/>
          </a:p>
        </p:txBody>
      </p:sp>
      <p:sp>
        <p:nvSpPr>
          <p:cNvPr id="5" name="Espace réservé du pied de page 4"/>
          <p:cNvSpPr>
            <a:spLocks noGrp="1"/>
          </p:cNvSpPr>
          <p:nvPr>
            <p:ph type="ftr" sz="quarter" idx="11"/>
          </p:nvPr>
        </p:nvSpPr>
        <p:spPr/>
        <p:txBody>
          <a:bodyPr/>
          <a:lstStyle/>
          <a:p>
            <a:endParaRPr lang="fr-CA"/>
          </a:p>
        </p:txBody>
      </p:sp>
      <p:sp>
        <p:nvSpPr>
          <p:cNvPr id="6" name="Espace réservé du numéro de diapositive 5"/>
          <p:cNvSpPr>
            <a:spLocks noGrp="1"/>
          </p:cNvSpPr>
          <p:nvPr>
            <p:ph type="sldNum" sz="quarter" idx="12"/>
          </p:nvPr>
        </p:nvSpPr>
        <p:spPr/>
        <p:txBody>
          <a:bodyPr/>
          <a:lstStyle/>
          <a:p>
            <a:fld id="{31F4C03E-007A-4FDF-9746-0F09F296E587}" type="slidenum">
              <a:rPr lang="fr-CA" smtClean="0"/>
              <a:t>‹N°›</a:t>
            </a:fld>
            <a:endParaRPr lang="fr-CA"/>
          </a:p>
        </p:txBody>
      </p:sp>
    </p:spTree>
    <p:extLst>
      <p:ext uri="{BB962C8B-B14F-4D97-AF65-F5344CB8AC3E}">
        <p14:creationId xmlns:p14="http://schemas.microsoft.com/office/powerpoint/2010/main" val="27971598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fr-CA"/>
          </a:p>
        </p:txBody>
      </p:sp>
      <p:sp>
        <p:nvSpPr>
          <p:cNvPr id="3" name="Espace réservé du contenu 2"/>
          <p:cNvSpPr>
            <a:spLocks noGrp="1"/>
          </p:cNvSpPr>
          <p:nvPr>
            <p:ph sz="half" idx="1"/>
          </p:nvPr>
        </p:nvSpPr>
        <p:spPr>
          <a:xfrm>
            <a:off x="257175" y="2844800"/>
            <a:ext cx="2257425" cy="804545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u contenu 3"/>
          <p:cNvSpPr>
            <a:spLocks noGrp="1"/>
          </p:cNvSpPr>
          <p:nvPr>
            <p:ph sz="half" idx="2"/>
          </p:nvPr>
        </p:nvSpPr>
        <p:spPr>
          <a:xfrm>
            <a:off x="2628900" y="2844800"/>
            <a:ext cx="2257425" cy="804545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5" name="Espace réservé de la date 4"/>
          <p:cNvSpPr>
            <a:spLocks noGrp="1"/>
          </p:cNvSpPr>
          <p:nvPr>
            <p:ph type="dt" sz="half" idx="10"/>
          </p:nvPr>
        </p:nvSpPr>
        <p:spPr/>
        <p:txBody>
          <a:bodyPr/>
          <a:lstStyle/>
          <a:p>
            <a:fld id="{8C976F20-C377-4AED-9510-F5ADE3870E9C}" type="datetime1">
              <a:rPr lang="fr-CA" smtClean="0"/>
              <a:t>2024-04-24</a:t>
            </a:fld>
            <a:endParaRPr lang="fr-CA"/>
          </a:p>
        </p:txBody>
      </p:sp>
      <p:sp>
        <p:nvSpPr>
          <p:cNvPr id="6" name="Espace réservé du pied de page 5"/>
          <p:cNvSpPr>
            <a:spLocks noGrp="1"/>
          </p:cNvSpPr>
          <p:nvPr>
            <p:ph type="ftr" sz="quarter" idx="11"/>
          </p:nvPr>
        </p:nvSpPr>
        <p:spPr/>
        <p:txBody>
          <a:bodyPr/>
          <a:lstStyle/>
          <a:p>
            <a:endParaRPr lang="fr-CA"/>
          </a:p>
        </p:txBody>
      </p:sp>
      <p:sp>
        <p:nvSpPr>
          <p:cNvPr id="7" name="Espace réservé du numéro de diapositive 6"/>
          <p:cNvSpPr>
            <a:spLocks noGrp="1"/>
          </p:cNvSpPr>
          <p:nvPr>
            <p:ph type="sldNum" sz="quarter" idx="12"/>
          </p:nvPr>
        </p:nvSpPr>
        <p:spPr/>
        <p:txBody>
          <a:bodyPr/>
          <a:lstStyle/>
          <a:p>
            <a:fld id="{31F4C03E-007A-4FDF-9746-0F09F296E587}" type="slidenum">
              <a:rPr lang="fr-CA" smtClean="0"/>
              <a:t>‹N°›</a:t>
            </a:fld>
            <a:endParaRPr lang="fr-CA"/>
          </a:p>
        </p:txBody>
      </p:sp>
    </p:spTree>
    <p:extLst>
      <p:ext uri="{BB962C8B-B14F-4D97-AF65-F5344CB8AC3E}">
        <p14:creationId xmlns:p14="http://schemas.microsoft.com/office/powerpoint/2010/main" val="15622378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342900" y="366184"/>
            <a:ext cx="6172200" cy="1524000"/>
          </a:xfrm>
        </p:spPr>
        <p:txBody>
          <a:bodyPr/>
          <a:lstStyle>
            <a:lvl1pPr>
              <a:defRPr/>
            </a:lvl1pPr>
          </a:lstStyle>
          <a:p>
            <a:r>
              <a:rPr lang="fr-FR"/>
              <a:t>Modifiez le style du titre</a:t>
            </a:r>
            <a:endParaRPr lang="fr-CA"/>
          </a:p>
        </p:txBody>
      </p:sp>
      <p:sp>
        <p:nvSpPr>
          <p:cNvPr id="3" name="Espace réservé du texte 2"/>
          <p:cNvSpPr>
            <a:spLocks noGrp="1"/>
          </p:cNvSpPr>
          <p:nvPr>
            <p:ph type="body" idx="1"/>
          </p:nvPr>
        </p:nvSpPr>
        <p:spPr>
          <a:xfrm>
            <a:off x="342900" y="2046817"/>
            <a:ext cx="3030141" cy="85301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4" name="Espace réservé du contenu 3"/>
          <p:cNvSpPr>
            <a:spLocks noGrp="1"/>
          </p:cNvSpPr>
          <p:nvPr>
            <p:ph sz="half" idx="2"/>
          </p:nvPr>
        </p:nvSpPr>
        <p:spPr>
          <a:xfrm>
            <a:off x="342900" y="2899833"/>
            <a:ext cx="3030141" cy="5268384"/>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5" name="Espace réservé du texte 4"/>
          <p:cNvSpPr>
            <a:spLocks noGrp="1"/>
          </p:cNvSpPr>
          <p:nvPr>
            <p:ph type="body" sz="quarter" idx="3"/>
          </p:nvPr>
        </p:nvSpPr>
        <p:spPr>
          <a:xfrm>
            <a:off x="3483769" y="2046817"/>
            <a:ext cx="3031331" cy="85301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6" name="Espace réservé du contenu 5"/>
          <p:cNvSpPr>
            <a:spLocks noGrp="1"/>
          </p:cNvSpPr>
          <p:nvPr>
            <p:ph sz="quarter" idx="4"/>
          </p:nvPr>
        </p:nvSpPr>
        <p:spPr>
          <a:xfrm>
            <a:off x="3483769" y="2899833"/>
            <a:ext cx="3031331" cy="5268384"/>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7" name="Espace réservé de la date 6"/>
          <p:cNvSpPr>
            <a:spLocks noGrp="1"/>
          </p:cNvSpPr>
          <p:nvPr>
            <p:ph type="dt" sz="half" idx="10"/>
          </p:nvPr>
        </p:nvSpPr>
        <p:spPr/>
        <p:txBody>
          <a:bodyPr/>
          <a:lstStyle/>
          <a:p>
            <a:fld id="{3C686B50-1D08-40D3-BECA-FFE7DEF4ECA0}" type="datetime1">
              <a:rPr lang="fr-CA" smtClean="0"/>
              <a:t>2024-04-24</a:t>
            </a:fld>
            <a:endParaRPr lang="fr-CA"/>
          </a:p>
        </p:txBody>
      </p:sp>
      <p:sp>
        <p:nvSpPr>
          <p:cNvPr id="8" name="Espace réservé du pied de page 7"/>
          <p:cNvSpPr>
            <a:spLocks noGrp="1"/>
          </p:cNvSpPr>
          <p:nvPr>
            <p:ph type="ftr" sz="quarter" idx="11"/>
          </p:nvPr>
        </p:nvSpPr>
        <p:spPr/>
        <p:txBody>
          <a:bodyPr/>
          <a:lstStyle/>
          <a:p>
            <a:endParaRPr lang="fr-CA"/>
          </a:p>
        </p:txBody>
      </p:sp>
      <p:sp>
        <p:nvSpPr>
          <p:cNvPr id="9" name="Espace réservé du numéro de diapositive 8"/>
          <p:cNvSpPr>
            <a:spLocks noGrp="1"/>
          </p:cNvSpPr>
          <p:nvPr>
            <p:ph type="sldNum" sz="quarter" idx="12"/>
          </p:nvPr>
        </p:nvSpPr>
        <p:spPr/>
        <p:txBody>
          <a:bodyPr/>
          <a:lstStyle/>
          <a:p>
            <a:fld id="{31F4C03E-007A-4FDF-9746-0F09F296E587}" type="slidenum">
              <a:rPr lang="fr-CA" smtClean="0"/>
              <a:t>‹N°›</a:t>
            </a:fld>
            <a:endParaRPr lang="fr-CA"/>
          </a:p>
        </p:txBody>
      </p:sp>
    </p:spTree>
    <p:extLst>
      <p:ext uri="{BB962C8B-B14F-4D97-AF65-F5344CB8AC3E}">
        <p14:creationId xmlns:p14="http://schemas.microsoft.com/office/powerpoint/2010/main" val="42715181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fr-CA"/>
          </a:p>
        </p:txBody>
      </p:sp>
      <p:sp>
        <p:nvSpPr>
          <p:cNvPr id="3" name="Espace réservé de la date 2"/>
          <p:cNvSpPr>
            <a:spLocks noGrp="1"/>
          </p:cNvSpPr>
          <p:nvPr>
            <p:ph type="dt" sz="half" idx="10"/>
          </p:nvPr>
        </p:nvSpPr>
        <p:spPr/>
        <p:txBody>
          <a:bodyPr/>
          <a:lstStyle/>
          <a:p>
            <a:fld id="{1CCDA913-A0AB-4357-9718-F642A4CB965C}" type="datetime1">
              <a:rPr lang="fr-CA" smtClean="0"/>
              <a:t>2024-04-24</a:t>
            </a:fld>
            <a:endParaRPr lang="fr-CA"/>
          </a:p>
        </p:txBody>
      </p:sp>
      <p:sp>
        <p:nvSpPr>
          <p:cNvPr id="4" name="Espace réservé du pied de page 3"/>
          <p:cNvSpPr>
            <a:spLocks noGrp="1"/>
          </p:cNvSpPr>
          <p:nvPr>
            <p:ph type="ftr" sz="quarter" idx="11"/>
          </p:nvPr>
        </p:nvSpPr>
        <p:spPr/>
        <p:txBody>
          <a:bodyPr/>
          <a:lstStyle/>
          <a:p>
            <a:endParaRPr lang="fr-CA"/>
          </a:p>
        </p:txBody>
      </p:sp>
      <p:sp>
        <p:nvSpPr>
          <p:cNvPr id="5" name="Espace réservé du numéro de diapositive 4"/>
          <p:cNvSpPr>
            <a:spLocks noGrp="1"/>
          </p:cNvSpPr>
          <p:nvPr>
            <p:ph type="sldNum" sz="quarter" idx="12"/>
          </p:nvPr>
        </p:nvSpPr>
        <p:spPr/>
        <p:txBody>
          <a:bodyPr/>
          <a:lstStyle/>
          <a:p>
            <a:fld id="{31F4C03E-007A-4FDF-9746-0F09F296E587}" type="slidenum">
              <a:rPr lang="fr-CA" smtClean="0"/>
              <a:t>‹N°›</a:t>
            </a:fld>
            <a:endParaRPr lang="fr-CA"/>
          </a:p>
        </p:txBody>
      </p:sp>
    </p:spTree>
    <p:extLst>
      <p:ext uri="{BB962C8B-B14F-4D97-AF65-F5344CB8AC3E}">
        <p14:creationId xmlns:p14="http://schemas.microsoft.com/office/powerpoint/2010/main" val="612464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0F1D8FFD-9EF2-4DF5-ADE3-0FA2D06B7D28}" type="datetime1">
              <a:rPr lang="fr-CA" smtClean="0"/>
              <a:t>2024-04-24</a:t>
            </a:fld>
            <a:endParaRPr lang="fr-CA"/>
          </a:p>
        </p:txBody>
      </p:sp>
      <p:sp>
        <p:nvSpPr>
          <p:cNvPr id="3" name="Espace réservé du pied de page 2"/>
          <p:cNvSpPr>
            <a:spLocks noGrp="1"/>
          </p:cNvSpPr>
          <p:nvPr>
            <p:ph type="ftr" sz="quarter" idx="11"/>
          </p:nvPr>
        </p:nvSpPr>
        <p:spPr/>
        <p:txBody>
          <a:bodyPr/>
          <a:lstStyle/>
          <a:p>
            <a:endParaRPr lang="fr-CA"/>
          </a:p>
        </p:txBody>
      </p:sp>
      <p:sp>
        <p:nvSpPr>
          <p:cNvPr id="4" name="Espace réservé du numéro de diapositive 3"/>
          <p:cNvSpPr>
            <a:spLocks noGrp="1"/>
          </p:cNvSpPr>
          <p:nvPr>
            <p:ph type="sldNum" sz="quarter" idx="12"/>
          </p:nvPr>
        </p:nvSpPr>
        <p:spPr/>
        <p:txBody>
          <a:bodyPr/>
          <a:lstStyle/>
          <a:p>
            <a:fld id="{31F4C03E-007A-4FDF-9746-0F09F296E587}" type="slidenum">
              <a:rPr lang="fr-CA" smtClean="0"/>
              <a:t>‹N°›</a:t>
            </a:fld>
            <a:endParaRPr lang="fr-CA"/>
          </a:p>
        </p:txBody>
      </p:sp>
    </p:spTree>
    <p:extLst>
      <p:ext uri="{BB962C8B-B14F-4D97-AF65-F5344CB8AC3E}">
        <p14:creationId xmlns:p14="http://schemas.microsoft.com/office/powerpoint/2010/main" val="11983779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342900" y="364067"/>
            <a:ext cx="2256235" cy="1549400"/>
          </a:xfrm>
        </p:spPr>
        <p:txBody>
          <a:bodyPr anchor="b"/>
          <a:lstStyle>
            <a:lvl1pPr algn="l">
              <a:defRPr sz="2000" b="1"/>
            </a:lvl1pPr>
          </a:lstStyle>
          <a:p>
            <a:r>
              <a:rPr lang="fr-FR"/>
              <a:t>Modifiez le style du titre</a:t>
            </a:r>
            <a:endParaRPr lang="fr-CA"/>
          </a:p>
        </p:txBody>
      </p:sp>
      <p:sp>
        <p:nvSpPr>
          <p:cNvPr id="3" name="Espace réservé du contenu 2"/>
          <p:cNvSpPr>
            <a:spLocks noGrp="1"/>
          </p:cNvSpPr>
          <p:nvPr>
            <p:ph idx="1"/>
          </p:nvPr>
        </p:nvSpPr>
        <p:spPr>
          <a:xfrm>
            <a:off x="2681287" y="364067"/>
            <a:ext cx="3833813" cy="7804151"/>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u texte 3"/>
          <p:cNvSpPr>
            <a:spLocks noGrp="1"/>
          </p:cNvSpPr>
          <p:nvPr>
            <p:ph type="body" sz="half" idx="2"/>
          </p:nvPr>
        </p:nvSpPr>
        <p:spPr>
          <a:xfrm>
            <a:off x="342900" y="1913467"/>
            <a:ext cx="2256235" cy="625475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5" name="Espace réservé de la date 4"/>
          <p:cNvSpPr>
            <a:spLocks noGrp="1"/>
          </p:cNvSpPr>
          <p:nvPr>
            <p:ph type="dt" sz="half" idx="10"/>
          </p:nvPr>
        </p:nvSpPr>
        <p:spPr/>
        <p:txBody>
          <a:bodyPr/>
          <a:lstStyle/>
          <a:p>
            <a:fld id="{723AA06B-BE77-4E72-9CCA-00E4DEE9532E}" type="datetime1">
              <a:rPr lang="fr-CA" smtClean="0"/>
              <a:t>2024-04-24</a:t>
            </a:fld>
            <a:endParaRPr lang="fr-CA"/>
          </a:p>
        </p:txBody>
      </p:sp>
      <p:sp>
        <p:nvSpPr>
          <p:cNvPr id="6" name="Espace réservé du pied de page 5"/>
          <p:cNvSpPr>
            <a:spLocks noGrp="1"/>
          </p:cNvSpPr>
          <p:nvPr>
            <p:ph type="ftr" sz="quarter" idx="11"/>
          </p:nvPr>
        </p:nvSpPr>
        <p:spPr/>
        <p:txBody>
          <a:bodyPr/>
          <a:lstStyle/>
          <a:p>
            <a:endParaRPr lang="fr-CA"/>
          </a:p>
        </p:txBody>
      </p:sp>
      <p:sp>
        <p:nvSpPr>
          <p:cNvPr id="7" name="Espace réservé du numéro de diapositive 6"/>
          <p:cNvSpPr>
            <a:spLocks noGrp="1"/>
          </p:cNvSpPr>
          <p:nvPr>
            <p:ph type="sldNum" sz="quarter" idx="12"/>
          </p:nvPr>
        </p:nvSpPr>
        <p:spPr/>
        <p:txBody>
          <a:bodyPr/>
          <a:lstStyle/>
          <a:p>
            <a:fld id="{31F4C03E-007A-4FDF-9746-0F09F296E587}" type="slidenum">
              <a:rPr lang="fr-CA" smtClean="0"/>
              <a:t>‹N°›</a:t>
            </a:fld>
            <a:endParaRPr lang="fr-CA"/>
          </a:p>
        </p:txBody>
      </p:sp>
    </p:spTree>
    <p:extLst>
      <p:ext uri="{BB962C8B-B14F-4D97-AF65-F5344CB8AC3E}">
        <p14:creationId xmlns:p14="http://schemas.microsoft.com/office/powerpoint/2010/main" val="19245510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344216" y="6400800"/>
            <a:ext cx="4114800" cy="755651"/>
          </a:xfrm>
        </p:spPr>
        <p:txBody>
          <a:bodyPr anchor="b"/>
          <a:lstStyle>
            <a:lvl1pPr algn="l">
              <a:defRPr sz="2000" b="1"/>
            </a:lvl1pPr>
          </a:lstStyle>
          <a:p>
            <a:r>
              <a:rPr lang="fr-FR"/>
              <a:t>Modifiez le style du titre</a:t>
            </a:r>
            <a:endParaRPr lang="fr-CA"/>
          </a:p>
        </p:txBody>
      </p:sp>
      <p:sp>
        <p:nvSpPr>
          <p:cNvPr id="3" name="Espace réservé pour une image  2"/>
          <p:cNvSpPr>
            <a:spLocks noGrp="1"/>
          </p:cNvSpPr>
          <p:nvPr>
            <p:ph type="pic" idx="1"/>
          </p:nvPr>
        </p:nvSpPr>
        <p:spPr>
          <a:xfrm>
            <a:off x="1344216" y="817033"/>
            <a:ext cx="41148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CA"/>
          </a:p>
        </p:txBody>
      </p:sp>
      <p:sp>
        <p:nvSpPr>
          <p:cNvPr id="4" name="Espace réservé du texte 3"/>
          <p:cNvSpPr>
            <a:spLocks noGrp="1"/>
          </p:cNvSpPr>
          <p:nvPr>
            <p:ph type="body" sz="half" idx="2"/>
          </p:nvPr>
        </p:nvSpPr>
        <p:spPr>
          <a:xfrm>
            <a:off x="1344216" y="7156451"/>
            <a:ext cx="4114800" cy="107314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5" name="Espace réservé de la date 4"/>
          <p:cNvSpPr>
            <a:spLocks noGrp="1"/>
          </p:cNvSpPr>
          <p:nvPr>
            <p:ph type="dt" sz="half" idx="10"/>
          </p:nvPr>
        </p:nvSpPr>
        <p:spPr/>
        <p:txBody>
          <a:bodyPr/>
          <a:lstStyle/>
          <a:p>
            <a:fld id="{5D4EBF81-A9BE-418D-9E78-24D0919B7A1C}" type="datetime1">
              <a:rPr lang="fr-CA" smtClean="0"/>
              <a:t>2024-04-24</a:t>
            </a:fld>
            <a:endParaRPr lang="fr-CA"/>
          </a:p>
        </p:txBody>
      </p:sp>
      <p:sp>
        <p:nvSpPr>
          <p:cNvPr id="6" name="Espace réservé du pied de page 5"/>
          <p:cNvSpPr>
            <a:spLocks noGrp="1"/>
          </p:cNvSpPr>
          <p:nvPr>
            <p:ph type="ftr" sz="quarter" idx="11"/>
          </p:nvPr>
        </p:nvSpPr>
        <p:spPr/>
        <p:txBody>
          <a:bodyPr/>
          <a:lstStyle/>
          <a:p>
            <a:endParaRPr lang="fr-CA"/>
          </a:p>
        </p:txBody>
      </p:sp>
      <p:sp>
        <p:nvSpPr>
          <p:cNvPr id="7" name="Espace réservé du numéro de diapositive 6"/>
          <p:cNvSpPr>
            <a:spLocks noGrp="1"/>
          </p:cNvSpPr>
          <p:nvPr>
            <p:ph type="sldNum" sz="quarter" idx="12"/>
          </p:nvPr>
        </p:nvSpPr>
        <p:spPr/>
        <p:txBody>
          <a:bodyPr/>
          <a:lstStyle/>
          <a:p>
            <a:fld id="{31F4C03E-007A-4FDF-9746-0F09F296E587}" type="slidenum">
              <a:rPr lang="fr-CA" smtClean="0"/>
              <a:t>‹N°›</a:t>
            </a:fld>
            <a:endParaRPr lang="fr-CA"/>
          </a:p>
        </p:txBody>
      </p:sp>
    </p:spTree>
    <p:extLst>
      <p:ext uri="{BB962C8B-B14F-4D97-AF65-F5344CB8AC3E}">
        <p14:creationId xmlns:p14="http://schemas.microsoft.com/office/powerpoint/2010/main" val="29885770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fr-CA"/>
          </a:p>
        </p:txBody>
      </p:sp>
      <p:sp>
        <p:nvSpPr>
          <p:cNvPr id="3" name="Espace réservé du texte vertical 2"/>
          <p:cNvSpPr>
            <a:spLocks noGrp="1"/>
          </p:cNvSpPr>
          <p:nvPr>
            <p:ph type="body" orient="vert" idx="1"/>
          </p:nvPr>
        </p:nvSpPr>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p:cNvSpPr>
            <a:spLocks noGrp="1"/>
          </p:cNvSpPr>
          <p:nvPr>
            <p:ph type="dt" sz="half" idx="10"/>
          </p:nvPr>
        </p:nvSpPr>
        <p:spPr/>
        <p:txBody>
          <a:bodyPr/>
          <a:lstStyle/>
          <a:p>
            <a:fld id="{867DEE61-C885-4A50-BEE7-C9DDDBD88187}" type="datetime1">
              <a:rPr lang="fr-CA" smtClean="0"/>
              <a:t>2024-04-24</a:t>
            </a:fld>
            <a:endParaRPr lang="fr-CA"/>
          </a:p>
        </p:txBody>
      </p:sp>
      <p:sp>
        <p:nvSpPr>
          <p:cNvPr id="5" name="Espace réservé du pied de page 4"/>
          <p:cNvSpPr>
            <a:spLocks noGrp="1"/>
          </p:cNvSpPr>
          <p:nvPr>
            <p:ph type="ftr" sz="quarter" idx="11"/>
          </p:nvPr>
        </p:nvSpPr>
        <p:spPr/>
        <p:txBody>
          <a:bodyPr/>
          <a:lstStyle/>
          <a:p>
            <a:endParaRPr lang="fr-CA"/>
          </a:p>
        </p:txBody>
      </p:sp>
      <p:sp>
        <p:nvSpPr>
          <p:cNvPr id="6" name="Espace réservé du numéro de diapositive 5"/>
          <p:cNvSpPr>
            <a:spLocks noGrp="1"/>
          </p:cNvSpPr>
          <p:nvPr>
            <p:ph type="sldNum" sz="quarter" idx="12"/>
          </p:nvPr>
        </p:nvSpPr>
        <p:spPr/>
        <p:txBody>
          <a:bodyPr/>
          <a:lstStyle/>
          <a:p>
            <a:fld id="{31F4C03E-007A-4FDF-9746-0F09F296E587}" type="slidenum">
              <a:rPr lang="fr-CA" smtClean="0"/>
              <a:t>‹N°›</a:t>
            </a:fld>
            <a:endParaRPr lang="fr-CA"/>
          </a:p>
        </p:txBody>
      </p:sp>
    </p:spTree>
    <p:extLst>
      <p:ext uri="{BB962C8B-B14F-4D97-AF65-F5344CB8AC3E}">
        <p14:creationId xmlns:p14="http://schemas.microsoft.com/office/powerpoint/2010/main" val="19300424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3729037" y="488951"/>
            <a:ext cx="1157288" cy="10401300"/>
          </a:xfrm>
        </p:spPr>
        <p:txBody>
          <a:bodyPr vert="eaVert"/>
          <a:lstStyle/>
          <a:p>
            <a:r>
              <a:rPr lang="fr-FR"/>
              <a:t>Modifiez le style du titre</a:t>
            </a:r>
            <a:endParaRPr lang="fr-CA"/>
          </a:p>
        </p:txBody>
      </p:sp>
      <p:sp>
        <p:nvSpPr>
          <p:cNvPr id="3" name="Espace réservé du texte vertical 2"/>
          <p:cNvSpPr>
            <a:spLocks noGrp="1"/>
          </p:cNvSpPr>
          <p:nvPr>
            <p:ph type="body" orient="vert" idx="1"/>
          </p:nvPr>
        </p:nvSpPr>
        <p:spPr>
          <a:xfrm>
            <a:off x="257175" y="488951"/>
            <a:ext cx="3357563" cy="10401300"/>
          </a:xfrm>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p:cNvSpPr>
            <a:spLocks noGrp="1"/>
          </p:cNvSpPr>
          <p:nvPr>
            <p:ph type="dt" sz="half" idx="10"/>
          </p:nvPr>
        </p:nvSpPr>
        <p:spPr/>
        <p:txBody>
          <a:bodyPr/>
          <a:lstStyle/>
          <a:p>
            <a:fld id="{6FFC38EA-1C13-48D8-9A28-13347BB0C9CB}" type="datetime1">
              <a:rPr lang="fr-CA" smtClean="0"/>
              <a:t>2024-04-24</a:t>
            </a:fld>
            <a:endParaRPr lang="fr-CA"/>
          </a:p>
        </p:txBody>
      </p:sp>
      <p:sp>
        <p:nvSpPr>
          <p:cNvPr id="5" name="Espace réservé du pied de page 4"/>
          <p:cNvSpPr>
            <a:spLocks noGrp="1"/>
          </p:cNvSpPr>
          <p:nvPr>
            <p:ph type="ftr" sz="quarter" idx="11"/>
          </p:nvPr>
        </p:nvSpPr>
        <p:spPr/>
        <p:txBody>
          <a:bodyPr/>
          <a:lstStyle/>
          <a:p>
            <a:endParaRPr lang="fr-CA"/>
          </a:p>
        </p:txBody>
      </p:sp>
      <p:sp>
        <p:nvSpPr>
          <p:cNvPr id="6" name="Espace réservé du numéro de diapositive 5"/>
          <p:cNvSpPr>
            <a:spLocks noGrp="1"/>
          </p:cNvSpPr>
          <p:nvPr>
            <p:ph type="sldNum" sz="quarter" idx="12"/>
          </p:nvPr>
        </p:nvSpPr>
        <p:spPr/>
        <p:txBody>
          <a:bodyPr/>
          <a:lstStyle/>
          <a:p>
            <a:fld id="{31F4C03E-007A-4FDF-9746-0F09F296E587}" type="slidenum">
              <a:rPr lang="fr-CA" smtClean="0"/>
              <a:t>‹N°›</a:t>
            </a:fld>
            <a:endParaRPr lang="fr-CA"/>
          </a:p>
        </p:txBody>
      </p:sp>
    </p:spTree>
    <p:extLst>
      <p:ext uri="{BB962C8B-B14F-4D97-AF65-F5344CB8AC3E}">
        <p14:creationId xmlns:p14="http://schemas.microsoft.com/office/powerpoint/2010/main" val="15369263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342900" y="366184"/>
            <a:ext cx="6172200" cy="1524000"/>
          </a:xfrm>
          <a:prstGeom prst="rect">
            <a:avLst/>
          </a:prstGeom>
        </p:spPr>
        <p:txBody>
          <a:bodyPr vert="horz" lIns="91440" tIns="45720" rIns="91440" bIns="45720" rtlCol="0" anchor="ctr">
            <a:normAutofit/>
          </a:bodyPr>
          <a:lstStyle/>
          <a:p>
            <a:r>
              <a:rPr lang="fr-FR"/>
              <a:t>Modifiez le style du titre</a:t>
            </a:r>
            <a:endParaRPr lang="fr-CA"/>
          </a:p>
        </p:txBody>
      </p:sp>
      <p:sp>
        <p:nvSpPr>
          <p:cNvPr id="3" name="Espace réservé du texte 2"/>
          <p:cNvSpPr>
            <a:spLocks noGrp="1"/>
          </p:cNvSpPr>
          <p:nvPr>
            <p:ph type="body" idx="1"/>
          </p:nvPr>
        </p:nvSpPr>
        <p:spPr>
          <a:xfrm>
            <a:off x="342900" y="2133601"/>
            <a:ext cx="6172200" cy="6034617"/>
          </a:xfrm>
          <a:prstGeom prst="rect">
            <a:avLst/>
          </a:prstGeom>
        </p:spPr>
        <p:txBody>
          <a:bodyPr vert="horz" lIns="91440" tIns="45720" rIns="91440" bIns="45720" rtlCol="0">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p:cNvSpPr>
            <a:spLocks noGrp="1"/>
          </p:cNvSpPr>
          <p:nvPr>
            <p:ph type="dt" sz="half" idx="2"/>
          </p:nvPr>
        </p:nvSpPr>
        <p:spPr>
          <a:xfrm>
            <a:off x="342900" y="8475134"/>
            <a:ext cx="1600200" cy="486833"/>
          </a:xfrm>
          <a:prstGeom prst="rect">
            <a:avLst/>
          </a:prstGeom>
        </p:spPr>
        <p:txBody>
          <a:bodyPr vert="horz" lIns="91440" tIns="45720" rIns="91440" bIns="45720" rtlCol="0" anchor="ctr"/>
          <a:lstStyle>
            <a:lvl1pPr algn="l">
              <a:defRPr sz="1200">
                <a:solidFill>
                  <a:schemeClr val="tx1">
                    <a:tint val="75000"/>
                  </a:schemeClr>
                </a:solidFill>
              </a:defRPr>
            </a:lvl1pPr>
          </a:lstStyle>
          <a:p>
            <a:fld id="{474A8D5B-1515-4F97-901C-AB1B94820B7C}" type="datetime1">
              <a:rPr lang="fr-CA" smtClean="0"/>
              <a:t>2024-04-24</a:t>
            </a:fld>
            <a:endParaRPr lang="fr-CA"/>
          </a:p>
        </p:txBody>
      </p:sp>
      <p:sp>
        <p:nvSpPr>
          <p:cNvPr id="5" name="Espace réservé du pied de page 4"/>
          <p:cNvSpPr>
            <a:spLocks noGrp="1"/>
          </p:cNvSpPr>
          <p:nvPr>
            <p:ph type="ftr" sz="quarter" idx="3"/>
          </p:nvPr>
        </p:nvSpPr>
        <p:spPr>
          <a:xfrm>
            <a:off x="2343150" y="8475134"/>
            <a:ext cx="2171700" cy="486833"/>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CA"/>
          </a:p>
        </p:txBody>
      </p:sp>
      <p:sp>
        <p:nvSpPr>
          <p:cNvPr id="6" name="Espace réservé du numéro de diapositive 5"/>
          <p:cNvSpPr>
            <a:spLocks noGrp="1"/>
          </p:cNvSpPr>
          <p:nvPr>
            <p:ph type="sldNum" sz="quarter" idx="4"/>
          </p:nvPr>
        </p:nvSpPr>
        <p:spPr>
          <a:xfrm>
            <a:off x="4914900" y="8475134"/>
            <a:ext cx="1600200" cy="486833"/>
          </a:xfrm>
          <a:prstGeom prst="rect">
            <a:avLst/>
          </a:prstGeom>
        </p:spPr>
        <p:txBody>
          <a:bodyPr vert="horz" lIns="91440" tIns="45720" rIns="91440" bIns="45720" rtlCol="0" anchor="ctr"/>
          <a:lstStyle>
            <a:lvl1pPr algn="r">
              <a:defRPr sz="1200">
                <a:solidFill>
                  <a:schemeClr val="tx1">
                    <a:tint val="75000"/>
                  </a:schemeClr>
                </a:solidFill>
              </a:defRPr>
            </a:lvl1pPr>
          </a:lstStyle>
          <a:p>
            <a:fld id="{31F4C03E-007A-4FDF-9746-0F09F296E587}" type="slidenum">
              <a:rPr lang="fr-CA" smtClean="0"/>
              <a:t>‹N°›</a:t>
            </a:fld>
            <a:endParaRPr lang="fr-CA"/>
          </a:p>
        </p:txBody>
      </p:sp>
    </p:spTree>
    <p:extLst>
      <p:ext uri="{BB962C8B-B14F-4D97-AF65-F5344CB8AC3E}">
        <p14:creationId xmlns:p14="http://schemas.microsoft.com/office/powerpoint/2010/main" val="310569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3" Type="http://schemas.openxmlformats.org/officeDocument/2006/relationships/tags" Target="../tags/tag4.xml"/><Relationship Id="rId7" Type="http://schemas.openxmlformats.org/officeDocument/2006/relationships/image" Target="../media/image2.png"/><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slideLayout" Target="../slideLayouts/slideLayout2.xml"/><Relationship Id="rId5" Type="http://schemas.openxmlformats.org/officeDocument/2006/relationships/tags" Target="../tags/tag6.xml"/><Relationship Id="rId4" Type="http://schemas.openxmlformats.org/officeDocument/2006/relationships/tags" Target="../tags/tag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3FD1B1F0-F189-40B3-A7CE-81CA96B9C516}"/>
              </a:ext>
            </a:extLst>
          </p:cNvPr>
          <p:cNvSpPr>
            <a:spLocks noGrp="1"/>
          </p:cNvSpPr>
          <p:nvPr>
            <p:ph type="sldNum" sz="quarter" idx="12"/>
            <p:custDataLst>
              <p:tags r:id="rId1"/>
            </p:custDataLst>
          </p:nvPr>
        </p:nvSpPr>
        <p:spPr/>
        <p:txBody>
          <a:bodyPr/>
          <a:lstStyle/>
          <a:p>
            <a:fld id="{31F4C03E-007A-4FDF-9746-0F09F296E587}" type="slidenum">
              <a:rPr lang="fr-CA" smtClean="0"/>
              <a:t>1</a:t>
            </a:fld>
            <a:endParaRPr lang="fr-CA" dirty="0"/>
          </a:p>
        </p:txBody>
      </p:sp>
      <p:pic>
        <p:nvPicPr>
          <p:cNvPr id="5" name="Image 4" descr="Une image contenant texte, meubles, table, chaise&#10;&#10;Description générée automatiquement">
            <a:extLst>
              <a:ext uri="{FF2B5EF4-FFF2-40B4-BE49-F238E27FC236}">
                <a16:creationId xmlns:a16="http://schemas.microsoft.com/office/drawing/2014/main" id="{F9C6F8A5-9BFF-8FAB-FFF5-C333EB90F5B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8143" y="539552"/>
            <a:ext cx="6041713" cy="7826127"/>
          </a:xfrm>
          <a:prstGeom prst="rect">
            <a:avLst/>
          </a:prstGeom>
        </p:spPr>
      </p:pic>
    </p:spTree>
    <p:extLst>
      <p:ext uri="{BB962C8B-B14F-4D97-AF65-F5344CB8AC3E}">
        <p14:creationId xmlns:p14="http://schemas.microsoft.com/office/powerpoint/2010/main" val="34735574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custDataLst>
              <p:tags r:id="rId1"/>
            </p:custDataLst>
          </p:nvPr>
        </p:nvSpPr>
        <p:spPr>
          <a:xfrm>
            <a:off x="260647" y="2070879"/>
            <a:ext cx="6408713" cy="360040"/>
          </a:xfrm>
          <a:prstGeom prst="rect">
            <a:avLst/>
          </a:prstGeom>
          <a:solidFill>
            <a:srgbClr val="229FC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sz="2400" b="1" dirty="0">
                <a:solidFill>
                  <a:schemeClr val="bg1"/>
                </a:solidFill>
              </a:rPr>
              <a:t>Détail</a:t>
            </a:r>
          </a:p>
        </p:txBody>
      </p:sp>
      <p:sp>
        <p:nvSpPr>
          <p:cNvPr id="8" name="Rectangle 7"/>
          <p:cNvSpPr/>
          <p:nvPr>
            <p:custDataLst>
              <p:tags r:id="rId2"/>
            </p:custDataLst>
          </p:nvPr>
        </p:nvSpPr>
        <p:spPr>
          <a:xfrm>
            <a:off x="260646" y="2430919"/>
            <a:ext cx="6408713" cy="5678478"/>
          </a:xfrm>
          <a:prstGeom prst="rect">
            <a:avLst/>
          </a:prstGeom>
          <a:noFill/>
          <a:ln>
            <a:solidFill>
              <a:schemeClr val="tx1"/>
            </a:solidFill>
          </a:ln>
        </p:spPr>
        <p:txBody>
          <a:bodyPr wrap="square">
            <a:spAutoFit/>
          </a:bodyPr>
          <a:lstStyle/>
          <a:p>
            <a:endParaRPr lang="fr-CA" sz="1200" b="1" dirty="0"/>
          </a:p>
          <a:p>
            <a:r>
              <a:rPr lang="fr-CA" sz="1400" dirty="0"/>
              <a:t>Cette année, nous aurons 1x par mois les « Weekend en folie » avec des promotions spéciales en cours! Nous aurons plusieurs stations de radio en directes samedi et dimanche dans nos magasins Club Piscine du Grand Montréal qui annonceront que l’évènement est en cours dans TOUS les Club Piscine!</a:t>
            </a:r>
          </a:p>
          <a:p>
            <a:endParaRPr lang="fr-CA" sz="1400" b="1" dirty="0"/>
          </a:p>
          <a:p>
            <a:r>
              <a:rPr lang="fr-CA" sz="1400" b="1" dirty="0"/>
              <a:t>On mentionne 2 jours seulement mais en réalité c’est valide en magasin du 1</a:t>
            </a:r>
            <a:r>
              <a:rPr lang="fr-CA" sz="1400" b="1" baseline="30000" dirty="0"/>
              <a:t>er</a:t>
            </a:r>
            <a:r>
              <a:rPr lang="fr-CA" sz="1400" b="1" dirty="0"/>
              <a:t> au 7 mai. Ces promotions s’ajoutent aux promotions déjà en cours. Ne peut s’appliquer sur vos ventes antérieures. Nous annoncerons les promotions de mai + ces 2 promotions:</a:t>
            </a:r>
          </a:p>
          <a:p>
            <a:endParaRPr lang="fr-CA" sz="1400" b="1" dirty="0"/>
          </a:p>
          <a:p>
            <a:pPr marL="285750" indent="-285750">
              <a:buFont typeface="Arial" panose="020B0604020202020204" pitchFamily="34" charset="0"/>
              <a:buChar char="•"/>
            </a:pPr>
            <a:r>
              <a:rPr lang="fr-CA" b="1" dirty="0"/>
              <a:t>10% de rabais supplémentaires sur les sectionnels, parasols et coussins décoratifs sélectionnés. </a:t>
            </a:r>
          </a:p>
          <a:p>
            <a:pPr marL="742950" lvl="1" indent="-285750">
              <a:buFont typeface="Wingdings" panose="05000000000000000000" pitchFamily="2" charset="2"/>
              <a:buChar char="ü"/>
            </a:pPr>
            <a:r>
              <a:rPr lang="fr-CA" sz="1400" dirty="0"/>
              <a:t>Voir Annexes Meubles pour listes complète des PTR.</a:t>
            </a:r>
          </a:p>
          <a:p>
            <a:pPr marL="742950" lvl="1" indent="-285750">
              <a:buFont typeface="Wingdings" panose="05000000000000000000" pitchFamily="2" charset="2"/>
              <a:buChar char="ü"/>
            </a:pPr>
            <a:r>
              <a:rPr lang="fr-CA" sz="1400" dirty="0"/>
              <a:t>Vous n’aurez pas de carte de prix, seulement une affiche 8,5x11 à imprimer</a:t>
            </a:r>
          </a:p>
          <a:p>
            <a:endParaRPr lang="fr-CA" b="1" dirty="0"/>
          </a:p>
          <a:p>
            <a:pPr marL="285750" indent="-285750">
              <a:buFont typeface="Arial" panose="020B0604020202020204" pitchFamily="34" charset="0"/>
              <a:buChar char="•"/>
            </a:pPr>
            <a:r>
              <a:rPr lang="fr-FR" b="1" dirty="0"/>
              <a:t>100$ de rabais supplémentaire sur les Porto, Bruxelles et Axel.</a:t>
            </a:r>
          </a:p>
          <a:p>
            <a:pPr marL="742950" lvl="1" indent="-285750">
              <a:buFont typeface="Wingdings" panose="05000000000000000000" pitchFamily="2" charset="2"/>
              <a:buChar char="ü"/>
            </a:pPr>
            <a:r>
              <a:rPr lang="fr-CA" sz="1400" dirty="0"/>
              <a:t>Voir Annexes Gazebos pour listes complète des PTR.</a:t>
            </a:r>
          </a:p>
          <a:p>
            <a:pPr marL="800100" lvl="1" indent="-342900">
              <a:buFont typeface="Wingdings" panose="05000000000000000000" pitchFamily="2" charset="2"/>
              <a:buChar char="ü"/>
            </a:pPr>
            <a:r>
              <a:rPr lang="fr-CA" sz="1400" dirty="0"/>
              <a:t>Vous n’aurez pas de carte de prix, seulement une affiche 8,5x11 à imprimer</a:t>
            </a:r>
          </a:p>
          <a:p>
            <a:pPr marL="285750" indent="-285750">
              <a:buFont typeface="Arial" panose="020B0604020202020204" pitchFamily="34" charset="0"/>
              <a:buChar char="•"/>
            </a:pPr>
            <a:endParaRPr lang="fr-CA" b="1" dirty="0"/>
          </a:p>
          <a:p>
            <a:pPr marL="285750" indent="-285750">
              <a:buFont typeface="Arial" panose="020B0604020202020204" pitchFamily="34" charset="0"/>
              <a:buChar char="•"/>
            </a:pPr>
            <a:endParaRPr lang="fr-CA" sz="1400" b="1" dirty="0"/>
          </a:p>
          <a:p>
            <a:r>
              <a:rPr lang="fr-CA" sz="1200" dirty="0"/>
              <a:t>Legal:</a:t>
            </a:r>
          </a:p>
          <a:p>
            <a:r>
              <a:rPr lang="fr-CA" sz="1200" dirty="0"/>
              <a:t>Le rabais additionnel s’applique sur les articles sélectionnés seulement. Le rabais de 10% additionnel et 100$ additionnel s’appliquent sur le prix affiché en vigueur.</a:t>
            </a:r>
          </a:p>
          <a:p>
            <a:endParaRPr lang="fr-CA" sz="1100" dirty="0"/>
          </a:p>
        </p:txBody>
      </p:sp>
      <p:sp>
        <p:nvSpPr>
          <p:cNvPr id="2" name="Espace réservé du numéro de diapositive 1">
            <a:extLst>
              <a:ext uri="{FF2B5EF4-FFF2-40B4-BE49-F238E27FC236}">
                <a16:creationId xmlns:a16="http://schemas.microsoft.com/office/drawing/2014/main" id="{3FD1B1F0-F189-40B3-A7CE-81CA96B9C516}"/>
              </a:ext>
            </a:extLst>
          </p:cNvPr>
          <p:cNvSpPr>
            <a:spLocks noGrp="1"/>
          </p:cNvSpPr>
          <p:nvPr>
            <p:ph type="sldNum" sz="quarter" idx="12"/>
            <p:custDataLst>
              <p:tags r:id="rId3"/>
            </p:custDataLst>
          </p:nvPr>
        </p:nvSpPr>
        <p:spPr/>
        <p:txBody>
          <a:bodyPr/>
          <a:lstStyle/>
          <a:p>
            <a:fld id="{31F4C03E-007A-4FDF-9746-0F09F296E587}" type="slidenum">
              <a:rPr lang="fr-CA" smtClean="0"/>
              <a:t>2</a:t>
            </a:fld>
            <a:endParaRPr lang="fr-CA"/>
          </a:p>
        </p:txBody>
      </p:sp>
      <p:sp>
        <p:nvSpPr>
          <p:cNvPr id="9" name="Zone de texte 28">
            <a:extLst>
              <a:ext uri="{FF2B5EF4-FFF2-40B4-BE49-F238E27FC236}">
                <a16:creationId xmlns:a16="http://schemas.microsoft.com/office/drawing/2014/main" id="{0370B06F-2204-409D-9F14-EA188DB7EFA7}"/>
              </a:ext>
            </a:extLst>
          </p:cNvPr>
          <p:cNvSpPr txBox="1">
            <a:spLocks noGrp="1"/>
          </p:cNvSpPr>
          <p:nvPr>
            <p:ph type="title"/>
            <p:custDataLst>
              <p:tags r:id="rId4"/>
            </p:custDataLst>
          </p:nvPr>
        </p:nvSpPr>
        <p:spPr>
          <a:xfrm>
            <a:off x="332656" y="611560"/>
            <a:ext cx="6169851" cy="1080120"/>
          </a:xfrm>
          <a:prstGeom prst="rect">
            <a:avLst/>
          </a:prstGeom>
          <a:noFill/>
          <a:ln>
            <a:noFill/>
          </a:ln>
          <a:effectLst/>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15000"/>
              </a:lnSpc>
              <a:spcAft>
                <a:spcPts val="1000"/>
              </a:spcAft>
            </a:pPr>
            <a:r>
              <a:rPr lang="fr-CA" sz="2400" dirty="0">
                <a:ln w="5080" cap="flat" cmpd="sng" algn="ctr">
                  <a:solidFill>
                    <a:schemeClr val="tx1"/>
                  </a:solidFill>
                  <a:prstDash val="solid"/>
                  <a:round/>
                </a:ln>
                <a:effectLst>
                  <a:outerShdw blurRad="38100" dist="32004" dir="5400000" algn="tl">
                    <a:srgbClr val="000000">
                      <a:alpha val="30000"/>
                    </a:srgbClr>
                  </a:outerShdw>
                </a:effectLst>
                <a:latin typeface="Arial Black" panose="020B0A04020102020204" pitchFamily="34" charset="0"/>
                <a:ea typeface="Calibri"/>
                <a:cs typeface="Times New Roman"/>
              </a:rPr>
              <a:t>WEEKEND EN FOLIE </a:t>
            </a:r>
            <a:br>
              <a:rPr lang="fr-CA" sz="2400" dirty="0">
                <a:ln w="5080" cap="flat" cmpd="sng" algn="ctr">
                  <a:solidFill>
                    <a:schemeClr val="tx1"/>
                  </a:solidFill>
                  <a:prstDash val="solid"/>
                  <a:round/>
                </a:ln>
                <a:effectLst>
                  <a:outerShdw blurRad="38100" dist="32004" dir="5400000" algn="tl">
                    <a:srgbClr val="000000">
                      <a:alpha val="30000"/>
                    </a:srgbClr>
                  </a:outerShdw>
                </a:effectLst>
                <a:latin typeface="Arial Black" panose="020B0A04020102020204" pitchFamily="34" charset="0"/>
                <a:ea typeface="Calibri"/>
                <a:cs typeface="Times New Roman"/>
              </a:rPr>
            </a:br>
            <a:r>
              <a:rPr lang="fr-CA" sz="2400" dirty="0">
                <a:ln w="5080" cap="flat" cmpd="sng" algn="ctr">
                  <a:solidFill>
                    <a:schemeClr val="tx1"/>
                  </a:solidFill>
                  <a:prstDash val="solid"/>
                  <a:round/>
                </a:ln>
                <a:effectLst>
                  <a:outerShdw blurRad="38100" dist="32004" dir="5400000" algn="tl">
                    <a:srgbClr val="000000">
                      <a:alpha val="30000"/>
                    </a:srgbClr>
                  </a:outerShdw>
                </a:effectLst>
                <a:latin typeface="Arial Black" panose="020B0A04020102020204" pitchFamily="34" charset="0"/>
                <a:ea typeface="Calibri"/>
                <a:cs typeface="Times New Roman"/>
              </a:rPr>
              <a:t>Édition MEUBLE</a:t>
            </a:r>
            <a:br>
              <a:rPr lang="en-CA" sz="2000" dirty="0">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br>
            <a:r>
              <a:rPr lang="en-CA" sz="2000" dirty="0">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t>4-5 </a:t>
            </a:r>
            <a:r>
              <a:rPr lang="en-CA" sz="2000" dirty="0" err="1">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t>mai</a:t>
            </a:r>
            <a:r>
              <a:rPr lang="en-CA" sz="2000" dirty="0">
                <a:ln w="5080" cap="flat" cmpd="sng" algn="ctr">
                  <a:solidFill>
                    <a:schemeClr val="tx1"/>
                  </a:solidFill>
                  <a:prstDash val="solid"/>
                  <a:round/>
                </a:ln>
                <a:effectLst>
                  <a:outerShdw blurRad="38100" dist="32004" dir="5400000" algn="tl">
                    <a:srgbClr val="000000">
                      <a:alpha val="30000"/>
                    </a:srgbClr>
                  </a:outerShdw>
                </a:effectLst>
                <a:ea typeface="Calibri"/>
                <a:cs typeface="Times New Roman"/>
              </a:rPr>
              <a:t> 2024</a:t>
            </a:r>
            <a:endParaRPr lang="fr-CA" sz="2400" b="1" dirty="0">
              <a:ln w="5080" cap="flat" cmpd="sng" algn="ctr">
                <a:solidFill>
                  <a:schemeClr val="tx1"/>
                </a:solidFill>
                <a:prstDash val="solid"/>
                <a:round/>
              </a:ln>
              <a:effectLst>
                <a:outerShdw blurRad="38100" dist="32004" dir="5400000" algn="tl">
                  <a:srgbClr val="000000">
                    <a:alpha val="30000"/>
                  </a:srgbClr>
                </a:outerShdw>
              </a:effectLst>
              <a:latin typeface="Arial Black" panose="020B0A04020102020204" pitchFamily="34" charset="0"/>
              <a:ea typeface="Calibri"/>
              <a:cs typeface="Times New Roman"/>
            </a:endParaRPr>
          </a:p>
        </p:txBody>
      </p:sp>
      <p:pic>
        <p:nvPicPr>
          <p:cNvPr id="7" name="Image 6">
            <a:extLst>
              <a:ext uri="{FF2B5EF4-FFF2-40B4-BE49-F238E27FC236}">
                <a16:creationId xmlns:a16="http://schemas.microsoft.com/office/drawing/2014/main" id="{28C7895C-4014-4298-99F6-5FEF6B831223}"/>
              </a:ext>
            </a:extLst>
          </p:cNvPr>
          <p:cNvPicPr>
            <a:picLocks noChangeAspect="1"/>
          </p:cNvPicPr>
          <p:nvPr>
            <p:custDataLst>
              <p:tags r:id="rId5"/>
            </p:custDataLst>
          </p:nvPr>
        </p:nvPicPr>
        <p:blipFill>
          <a:blip r:embed="rId7" cstate="print">
            <a:extLst>
              <a:ext uri="{28A0092B-C50C-407E-A947-70E740481C1C}">
                <a14:useLocalDpi xmlns:a14="http://schemas.microsoft.com/office/drawing/2010/main" val="0"/>
              </a:ext>
            </a:extLst>
          </a:blip>
          <a:stretch>
            <a:fillRect/>
          </a:stretch>
        </p:blipFill>
        <p:spPr>
          <a:xfrm>
            <a:off x="267145" y="8559533"/>
            <a:ext cx="2492896" cy="402434"/>
          </a:xfrm>
          <a:prstGeom prst="rect">
            <a:avLst/>
          </a:prstGeom>
        </p:spPr>
      </p:pic>
    </p:spTree>
    <p:extLst>
      <p:ext uri="{BB962C8B-B14F-4D97-AF65-F5344CB8AC3E}">
        <p14:creationId xmlns:p14="http://schemas.microsoft.com/office/powerpoint/2010/main" val="132459746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NUM" val="2"/>
</p:tagLst>
</file>

<file path=ppt/tags/tag2.xml><?xml version="1.0" encoding="utf-8"?>
<p:tagLst xmlns:a="http://schemas.openxmlformats.org/drawingml/2006/main" xmlns:r="http://schemas.openxmlformats.org/officeDocument/2006/relationships" xmlns:p="http://schemas.openxmlformats.org/presentationml/2006/main">
  <p:tag name="NUM" val="1"/>
</p:tagLst>
</file>

<file path=ppt/tags/tag3.xml><?xml version="1.0" encoding="utf-8"?>
<p:tagLst xmlns:a="http://schemas.openxmlformats.org/drawingml/2006/main" xmlns:r="http://schemas.openxmlformats.org/officeDocument/2006/relationships" xmlns:p="http://schemas.openxmlformats.org/presentationml/2006/main">
  <p:tag name="NUM" val="2"/>
</p:tagLst>
</file>

<file path=ppt/tags/tag4.xml><?xml version="1.0" encoding="utf-8"?>
<p:tagLst xmlns:a="http://schemas.openxmlformats.org/drawingml/2006/main" xmlns:r="http://schemas.openxmlformats.org/officeDocument/2006/relationships" xmlns:p="http://schemas.openxmlformats.org/presentationml/2006/main">
  <p:tag name="NUM" val="3"/>
</p:tagLst>
</file>

<file path=ppt/tags/tag5.xml><?xml version="1.0" encoding="utf-8"?>
<p:tagLst xmlns:a="http://schemas.openxmlformats.org/drawingml/2006/main" xmlns:r="http://schemas.openxmlformats.org/officeDocument/2006/relationships" xmlns:p="http://schemas.openxmlformats.org/presentationml/2006/main">
  <p:tag name="NUM" val="4"/>
</p:tagLst>
</file>

<file path=ppt/tags/tag6.xml><?xml version="1.0" encoding="utf-8"?>
<p:tagLst xmlns:a="http://schemas.openxmlformats.org/drawingml/2006/main" xmlns:r="http://schemas.openxmlformats.org/officeDocument/2006/relationships" xmlns:p="http://schemas.openxmlformats.org/presentationml/2006/main">
  <p:tag name="NUM" val="5"/>
</p:tagLst>
</file>

<file path=ppt/theme/theme1.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DF7642783BF5F549AD8264003DAC5479" ma:contentTypeVersion="3" ma:contentTypeDescription="Crée un document." ma:contentTypeScope="" ma:versionID="dce298f75874831ad4b69d3856d448b0">
  <xsd:schema xmlns:xsd="http://www.w3.org/2001/XMLSchema" xmlns:xs="http://www.w3.org/2001/XMLSchema" xmlns:p="http://schemas.microsoft.com/office/2006/metadata/properties" xmlns:ns2="be3f775b-911d-49d5-9e9c-70e93af7b92b" targetNamespace="http://schemas.microsoft.com/office/2006/metadata/properties" ma:root="true" ma:fieldsID="b29a77cbcb573c1061bfa2edeefbf14c" ns2:_="">
    <xsd:import namespace="be3f775b-911d-49d5-9e9c-70e93af7b92b"/>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e3f775b-911d-49d5-9e9c-70e93af7b92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1E1C49C-B943-4250-BB39-87973E798E95}">
  <ds:schemaRefs>
    <ds:schemaRef ds:uri="http://schemas.microsoft.com/office/2006/documentManagement/types"/>
    <ds:schemaRef ds:uri="http://schemas.openxmlformats.org/package/2006/metadata/core-properties"/>
    <ds:schemaRef ds:uri="http://www.w3.org/XML/1998/namespace"/>
    <ds:schemaRef ds:uri="http://schemas.microsoft.com/office/2006/metadata/properties"/>
    <ds:schemaRef ds:uri="http://purl.org/dc/terms/"/>
    <ds:schemaRef ds:uri="http://purl.org/dc/elements/1.1/"/>
    <ds:schemaRef ds:uri="8682f7ec-9bef-4d6d-8d5c-0ec39e002ff3"/>
    <ds:schemaRef ds:uri="http://schemas.microsoft.com/office/infopath/2007/PartnerControls"/>
    <ds:schemaRef ds:uri="http://purl.org/dc/dcmitype/"/>
  </ds:schemaRefs>
</ds:datastoreItem>
</file>

<file path=customXml/itemProps2.xml><?xml version="1.0" encoding="utf-8"?>
<ds:datastoreItem xmlns:ds="http://schemas.openxmlformats.org/officeDocument/2006/customXml" ds:itemID="{993C392B-F690-4267-8D4E-0D4DB769B882}">
  <ds:schemaRefs>
    <ds:schemaRef ds:uri="http://schemas.microsoft.com/sharepoint/v3/contenttype/forms"/>
  </ds:schemaRefs>
</ds:datastoreItem>
</file>

<file path=customXml/itemProps3.xml><?xml version="1.0" encoding="utf-8"?>
<ds:datastoreItem xmlns:ds="http://schemas.openxmlformats.org/officeDocument/2006/customXml" ds:itemID="{1C0E6441-224F-4BB1-9B03-D286A4745BD8}"/>
</file>

<file path=docProps/app.xml><?xml version="1.0" encoding="utf-8"?>
<Properties xmlns="http://schemas.openxmlformats.org/officeDocument/2006/extended-properties" xmlns:vt="http://schemas.openxmlformats.org/officeDocument/2006/docPropsVTypes">
  <TotalTime>30727</TotalTime>
  <Words>216</Words>
  <Application>Microsoft Office PowerPoint</Application>
  <PresentationFormat>Affichage à l'écran (4:3)</PresentationFormat>
  <Paragraphs>20</Paragraphs>
  <Slides>2</Slides>
  <Notes>0</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2</vt:i4>
      </vt:variant>
    </vt:vector>
  </HeadingPairs>
  <TitlesOfParts>
    <vt:vector size="7" baseType="lpstr">
      <vt:lpstr>Arial</vt:lpstr>
      <vt:lpstr>Arial Black</vt:lpstr>
      <vt:lpstr>Calibri</vt:lpstr>
      <vt:lpstr>Wingdings</vt:lpstr>
      <vt:lpstr>Thème Office</vt:lpstr>
      <vt:lpstr>Présentation PowerPoint</vt:lpstr>
      <vt:lpstr>WEEKEND EN FOLIE  Édition MEUBLE 4-5 mai 2024</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Cindy Angelini</dc:creator>
  <cp:lastModifiedBy>Veronique Dion</cp:lastModifiedBy>
  <cp:revision>995</cp:revision>
  <cp:lastPrinted>2022-04-27T14:46:34Z</cp:lastPrinted>
  <dcterms:created xsi:type="dcterms:W3CDTF">2017-05-24T18:44:46Z</dcterms:created>
  <dcterms:modified xsi:type="dcterms:W3CDTF">2024-04-24T17:15:00Z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0x010100DF7642783BF5F549AD8264003DAC5479</vt:lpwstr>
  </property>
  <property fmtid="{D5CDD505-2E9C-101B-9397-08002B2CF9AE}" pid="3" name="CPProgramYearTaxo">
    <vt:lpwstr>395;#2021|67d85b28-9b94-4781-b0e7-a14780e90c05</vt:lpwstr>
  </property>
  <property fmtid="{D5CDD505-2E9C-101B-9397-08002B2CF9AE}" pid="4" name="CPDivisionTaxo">
    <vt:lpwstr>25;#Marketing / Marketing|0ce858d0-7a7f-4510-bcd3-2b6f6fd047da</vt:lpwstr>
  </property>
  <property fmtid="{D5CDD505-2E9C-101B-9397-08002B2CF9AE}" pid="5" name="CPLanguageTaxos">
    <vt:lpwstr>4;#FR|5610c2fe-5657-4d60-b756-13a60f4693e4</vt:lpwstr>
  </property>
  <property fmtid="{D5CDD505-2E9C-101B-9397-08002B2CF9AE}" pid="6" name="CPProviderTaxo">
    <vt:lpwstr/>
  </property>
  <property fmtid="{D5CDD505-2E9C-101B-9397-08002B2CF9AE}" pid="7" name="CPTargetDepartmentTaxos">
    <vt:lpwstr/>
  </property>
</Properties>
</file>