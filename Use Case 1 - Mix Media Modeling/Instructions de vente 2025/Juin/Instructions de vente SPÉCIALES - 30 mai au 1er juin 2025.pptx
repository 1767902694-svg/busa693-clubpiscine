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sldIdLst>
    <p:sldId id="266" r:id="rId5"/>
  </p:sldIdLst>
  <p:sldSz cx="6858000" cy="9144000" type="screen4x3"/>
  <p:notesSz cx="6950075" cy="9236075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447AB"/>
    <a:srgbClr val="7FCDE9"/>
    <a:srgbClr val="3068D9"/>
    <a:srgbClr val="218BCB"/>
    <a:srgbClr val="229FCC"/>
    <a:srgbClr val="48B8E0"/>
    <a:srgbClr val="2FAF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94"/>
  </p:normalViewPr>
  <p:slideViewPr>
    <p:cSldViewPr>
      <p:cViewPr varScale="1">
        <p:scale>
          <a:sx n="79" d="100"/>
          <a:sy n="79" d="100"/>
        </p:scale>
        <p:origin x="3144" y="96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937000" y="0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74EA55-1F88-4D33-948F-129C030CA228}" type="datetimeFigureOut">
              <a:rPr lang="fr-FR" smtClean="0"/>
              <a:t>29/05/2025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2305050" y="1154113"/>
            <a:ext cx="2339975" cy="31178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95325" y="4445000"/>
            <a:ext cx="5559425" cy="36369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772525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937000" y="8772525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8FADA9-DAE0-49B2-8C03-98CBE548380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49534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270F1-02CD-4B62-A24E-C50745FFF5F5}" type="datetime1">
              <a:rPr lang="fr-CA" smtClean="0"/>
              <a:t>2025-05-29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948049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B3501-DB26-46B1-B49D-78AAEDB8FBB0}" type="datetime1">
              <a:rPr lang="fr-CA" smtClean="0"/>
              <a:t>2025-05-29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756885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D7A85-2AFD-4815-A0A7-D4B79870DF4B}" type="datetime1">
              <a:rPr lang="fr-CA" smtClean="0"/>
              <a:t>2025-05-29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797159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76F20-C377-4AED-9510-F5ADE3870E9C}" type="datetime1">
              <a:rPr lang="fr-CA" smtClean="0"/>
              <a:t>2025-05-29</a:t>
            </a:fld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5622378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86B50-1D08-40D3-BECA-FFE7DEF4ECA0}" type="datetime1">
              <a:rPr lang="fr-CA" smtClean="0"/>
              <a:t>2025-05-29</a:t>
            </a:fld>
            <a:endParaRPr lang="fr-CA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2715181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DA913-A0AB-4357-9718-F642A4CB965C}" type="datetime1">
              <a:rPr lang="fr-CA" smtClean="0"/>
              <a:t>2025-05-29</a:t>
            </a:fld>
            <a:endParaRPr lang="fr-CA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61246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D8FFD-9EF2-4DF5-ADE3-0FA2D06B7D28}" type="datetime1">
              <a:rPr lang="fr-CA" smtClean="0"/>
              <a:t>2025-05-29</a:t>
            </a:fld>
            <a:endParaRPr lang="fr-CA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1983779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AA06B-BE77-4E72-9CCA-00E4DEE9532E}" type="datetime1">
              <a:rPr lang="fr-CA" smtClean="0"/>
              <a:t>2025-05-29</a:t>
            </a:fld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9245510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A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EBF81-A9BE-418D-9E78-24D0919B7A1C}" type="datetime1">
              <a:rPr lang="fr-CA" smtClean="0"/>
              <a:t>2025-05-29</a:t>
            </a:fld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9885770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DEE61-C885-4A50-BEE7-C9DDDBD88187}" type="datetime1">
              <a:rPr lang="fr-CA" smtClean="0"/>
              <a:t>2025-05-29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9300424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C38EA-1C13-48D8-9A28-13347BB0C9CB}" type="datetime1">
              <a:rPr lang="fr-CA" smtClean="0"/>
              <a:t>2025-05-29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536926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4A8D5B-1515-4F97-901C-AB1B94820B7C}" type="datetime1">
              <a:rPr lang="fr-CA" smtClean="0"/>
              <a:t>2025-05-29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10569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openxmlformats.org/officeDocument/2006/relationships/image" Target="../media/image1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EBAF35-53EF-34BF-5EBB-6E128490E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D61A549-40C0-D7A0-1E66-93D3D4072175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260647" y="1475656"/>
            <a:ext cx="6408713" cy="503215"/>
          </a:xfrm>
          <a:prstGeom prst="rect">
            <a:avLst/>
          </a:prstGeom>
          <a:solidFill>
            <a:srgbClr val="1447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1600" b="1" dirty="0">
                <a:solidFill>
                  <a:schemeClr val="bg1"/>
                </a:solidFill>
                <a:latin typeface="Nunito" pitchFamily="2" charset="0"/>
              </a:rPr>
              <a:t>Instructions de vente SPÉCIALES du 30 mai au 1</a:t>
            </a:r>
            <a:r>
              <a:rPr lang="fr-CA" sz="1600" b="1" baseline="30000" dirty="0">
                <a:solidFill>
                  <a:schemeClr val="bg1"/>
                </a:solidFill>
                <a:latin typeface="Nunito" pitchFamily="2" charset="0"/>
              </a:rPr>
              <a:t>er</a:t>
            </a:r>
            <a:r>
              <a:rPr lang="fr-CA" sz="1600" b="1" dirty="0">
                <a:solidFill>
                  <a:schemeClr val="bg1"/>
                </a:solidFill>
                <a:latin typeface="Nunito" pitchFamily="2" charset="0"/>
              </a:rPr>
              <a:t> juin 2025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D4F5C0C-5CF2-AE6C-16F8-5DC9CA60092D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260646" y="2036613"/>
            <a:ext cx="6408713" cy="49859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CA" sz="1200" dirty="0">
                <a:latin typeface="Nunito" pitchFamily="2" charset="0"/>
              </a:rPr>
              <a:t>Voici le détail d’une promotion weekend silencieuse (non diffusée) d’une durée de 3 jours, effective du 30 mai au 1</a:t>
            </a:r>
            <a:r>
              <a:rPr lang="fr-CA" sz="1200" baseline="30000" dirty="0">
                <a:latin typeface="Nunito" pitchFamily="2" charset="0"/>
              </a:rPr>
              <a:t>er</a:t>
            </a:r>
            <a:r>
              <a:rPr lang="fr-CA" sz="1200" dirty="0">
                <a:latin typeface="Nunito" pitchFamily="2" charset="0"/>
              </a:rPr>
              <a:t> juin 2025. Ces promotions s’ajoutent aux promotions déjà en cours.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A" sz="1200" b="1" dirty="0">
              <a:latin typeface="Nunito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fr-CA" sz="1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 </a:t>
            </a:r>
            <a:r>
              <a:rPr lang="fr-CA" sz="1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GAZEBOS</a:t>
            </a:r>
            <a:endParaRPr lang="fr-CA" sz="14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400" dirty="0"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10% de rabais additionnel sur les abris muraux ROMA</a:t>
            </a:r>
            <a:r>
              <a:rPr lang="fr-CA" sz="1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 </a:t>
            </a:r>
          </a:p>
          <a:p>
            <a:pPr>
              <a:buNone/>
            </a:pPr>
            <a:r>
              <a:rPr lang="fr-CA" sz="1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 </a:t>
            </a:r>
          </a:p>
          <a:p>
            <a:pPr>
              <a:buNone/>
            </a:pPr>
            <a:r>
              <a:rPr lang="fr-CA" sz="1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SPA</a:t>
            </a:r>
            <a:endParaRPr lang="fr-CA" sz="14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Rabais additionnel de 750$ sur tous les JACUZZI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Rabais additionnel de 500$ sur les SOLSTICE </a:t>
            </a:r>
          </a:p>
          <a:p>
            <a:pPr>
              <a:buNone/>
            </a:pPr>
            <a:r>
              <a:rPr lang="fr-CA" sz="1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OU</a:t>
            </a:r>
          </a:p>
          <a:p>
            <a:r>
              <a:rPr lang="fr-CA" sz="1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Financement (Code 36369) – 36 mois @4.99% consommateur </a:t>
            </a:r>
          </a:p>
          <a:p>
            <a:endParaRPr lang="fr-CA" sz="1400" b="1" dirty="0"/>
          </a:p>
          <a:p>
            <a:r>
              <a:rPr lang="fr-CA" sz="1400" b="1" dirty="0">
                <a:latin typeface="Aptos" panose="020B0004020202020204" pitchFamily="34" charset="0"/>
              </a:rPr>
              <a:t>BBQ </a:t>
            </a:r>
          </a:p>
          <a:p>
            <a:r>
              <a:rPr lang="fr-CA" sz="1400" dirty="0"/>
              <a:t>10%  de rabais sur les SKU suivants :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fr-CA" sz="1050" dirty="0"/>
              <a:t>178813       1923CA              BLACKSTONE   STATION DE CUISSON COLLECTION PATIO AVEC AIR FRYER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CA" sz="1050" dirty="0"/>
              <a:t>179118       DA-LGK25         LOUSIANA GRILL          KAMADO LOUISIANA GRILL 25'' AU CHARBON</a:t>
            </a:r>
            <a:endParaRPr lang="fr-CA" sz="105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fr-CA" sz="1050" dirty="0"/>
              <a:t>168867       RSE425RSIBPSS-1        NAPOLEON       BBQ NAPOLEON RSE425RSIBPSS-1 ROGUE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fr-CA" sz="1050" dirty="0"/>
              <a:t>168864       RXT425PSS-1   NAPOLEON       BBQ NAPOLEON RXT425PSS-1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CA" sz="1050" dirty="0"/>
              <a:t>171552       RXT425SIBPSS-1 *IMPROVED*            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fr-CA" sz="1050" dirty="0"/>
              <a:t>157080       493051                             BROIL KING      BBQ BK FUMOIR À GRANULES CROWN PELLET 400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CA" sz="1050" dirty="0"/>
              <a:t>168803       875224                              BROIL KING      BBQ BROIL KING BARON 440 PRO </a:t>
            </a:r>
            <a:endParaRPr lang="fr-CA" sz="105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CA" sz="1050" dirty="0"/>
              <a:t>168804       875924               BROIL KING      BBQ BROIL KING BARON S 440 PRO-IR </a:t>
            </a:r>
            <a:endParaRPr lang="fr-CA" sz="105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CA" sz="1050" dirty="0"/>
              <a:t>168807       876944               BROIL KING      BBQ BROIL KING BARON S 590 PRO-IR </a:t>
            </a:r>
            <a:endParaRPr lang="fr-CA" sz="105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CA" sz="1050" dirty="0"/>
              <a:t>154620       834254               BROIL KING      BBQ BROIL KING MONARCH 320 </a:t>
            </a:r>
            <a:endParaRPr lang="fr-CA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endParaRPr lang="fr-CA" sz="1100" b="1" dirty="0">
              <a:latin typeface="Nunito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ED6C500A-3847-59CE-93C5-EE4B10B618FD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1</a:t>
            </a:fld>
            <a:endParaRPr lang="fr-CA" dirty="0"/>
          </a:p>
        </p:txBody>
      </p:sp>
      <p:sp>
        <p:nvSpPr>
          <p:cNvPr id="7" name="Zone de texte 28">
            <a:extLst>
              <a:ext uri="{FF2B5EF4-FFF2-40B4-BE49-F238E27FC236}">
                <a16:creationId xmlns:a16="http://schemas.microsoft.com/office/drawing/2014/main" id="{EEAE25DF-A0EE-CA37-4B91-EA7FF28DEFFC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291150" y="539552"/>
            <a:ext cx="6172200" cy="72008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CA" sz="3600" b="1" dirty="0">
                <a:solidFill>
                  <a:srgbClr val="1447AB"/>
                </a:solidFill>
                <a:latin typeface="Nunito" pitchFamily="2" charset="0"/>
              </a:rPr>
              <a:t>Instructions de vente</a:t>
            </a:r>
            <a:endParaRPr lang="fr-CA" sz="2800" b="1" dirty="0">
              <a:solidFill>
                <a:srgbClr val="1447AB"/>
              </a:solidFill>
              <a:latin typeface="Nunito" pitchFamily="2" charset="0"/>
            </a:endParaRPr>
          </a:p>
        </p:txBody>
      </p:sp>
      <p:pic>
        <p:nvPicPr>
          <p:cNvPr id="5" name="Image 4" descr="Une image contenant Graphique, Police, émoticône, texte&#10;&#10;Le contenu généré par l’IA peut être incorrect.">
            <a:extLst>
              <a:ext uri="{FF2B5EF4-FFF2-40B4-BE49-F238E27FC236}">
                <a16:creationId xmlns:a16="http://schemas.microsoft.com/office/drawing/2014/main" id="{BC988F3A-F593-1BE3-543B-79B2AA7F41F0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694" y="8525688"/>
            <a:ext cx="875098" cy="437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38243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F7642783BF5F549AD8264003DAC5479" ma:contentTypeVersion="3" ma:contentTypeDescription="Crée un document." ma:contentTypeScope="" ma:versionID="dce298f75874831ad4b69d3856d448b0">
  <xsd:schema xmlns:xsd="http://www.w3.org/2001/XMLSchema" xmlns:xs="http://www.w3.org/2001/XMLSchema" xmlns:p="http://schemas.microsoft.com/office/2006/metadata/properties" xmlns:ns2="be3f775b-911d-49d5-9e9c-70e93af7b92b" targetNamespace="http://schemas.microsoft.com/office/2006/metadata/properties" ma:root="true" ma:fieldsID="b29a77cbcb573c1061bfa2edeefbf14c" ns2:_="">
    <xsd:import namespace="be3f775b-911d-49d5-9e9c-70e93af7b92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3f775b-911d-49d5-9e9c-70e93af7b92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1E1C49C-B943-4250-BB39-87973E798E95}">
  <ds:schemaRefs>
    <ds:schemaRef ds:uri="8682f7ec-9bef-4d6d-8d5c-0ec39e002ff3"/>
    <ds:schemaRef ds:uri="http://purl.org/dc/terms/"/>
    <ds:schemaRef ds:uri="http://schemas.microsoft.com/office/2006/metadata/properties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http://purl.org/dc/dcmitype/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993C392B-F690-4267-8D4E-0D4DB769B88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977D291-65CA-49E3-A1B7-3F616C1CAC41}"/>
</file>

<file path=docProps/app.xml><?xml version="1.0" encoding="utf-8"?>
<Properties xmlns="http://schemas.openxmlformats.org/officeDocument/2006/extended-properties" xmlns:vt="http://schemas.openxmlformats.org/officeDocument/2006/docPropsVTypes">
  <TotalTime>52446</TotalTime>
  <Words>197</Words>
  <Application>Microsoft Office PowerPoint</Application>
  <PresentationFormat>Affichage à l'écran (4:3)</PresentationFormat>
  <Paragraphs>26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Aptos</vt:lpstr>
      <vt:lpstr>Arial</vt:lpstr>
      <vt:lpstr>Calibri</vt:lpstr>
      <vt:lpstr>Nunito</vt:lpstr>
      <vt:lpstr>Thème Office</vt:lpstr>
      <vt:lpstr>Présentation PowerPoint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Cindy Angelini</dc:creator>
  <cp:lastModifiedBy>Veronique Dion</cp:lastModifiedBy>
  <cp:revision>1675</cp:revision>
  <cp:lastPrinted>2022-04-27T14:46:34Z</cp:lastPrinted>
  <dcterms:created xsi:type="dcterms:W3CDTF">2017-05-24T18:44:46Z</dcterms:created>
  <dcterms:modified xsi:type="dcterms:W3CDTF">2025-05-29T19:57:09Z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0x010100DF7642783BF5F549AD8264003DAC5479</vt:lpwstr>
  </property>
  <property fmtid="{D5CDD505-2E9C-101B-9397-08002B2CF9AE}" pid="3" name="CPProgramYearTaxo">
    <vt:lpwstr>395;#2021|67d85b28-9b94-4781-b0e7-a14780e90c05</vt:lpwstr>
  </property>
  <property fmtid="{D5CDD505-2E9C-101B-9397-08002B2CF9AE}" pid="4" name="CPDivisionTaxo">
    <vt:lpwstr>25;#Marketing / Marketing|0ce858d0-7a7f-4510-bcd3-2b6f6fd047da</vt:lpwstr>
  </property>
  <property fmtid="{D5CDD505-2E9C-101B-9397-08002B2CF9AE}" pid="5" name="CPLanguageTaxos">
    <vt:lpwstr>4;#FR|5610c2fe-5657-4d60-b756-13a60f4693e4</vt:lpwstr>
  </property>
  <property fmtid="{D5CDD505-2E9C-101B-9397-08002B2CF9AE}" pid="6" name="CPProviderTaxo">
    <vt:lpwstr/>
  </property>
  <property fmtid="{D5CDD505-2E9C-101B-9397-08002B2CF9AE}" pid="7" name="CPTargetDepartmentTaxos">
    <vt:lpwstr/>
  </property>
</Properties>
</file>