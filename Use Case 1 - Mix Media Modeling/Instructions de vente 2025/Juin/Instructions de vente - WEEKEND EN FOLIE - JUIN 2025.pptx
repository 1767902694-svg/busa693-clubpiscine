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
  </p:notesMasterIdLst>
  <p:sldIdLst>
    <p:sldId id="265" r:id="rId5"/>
    <p:sldId id="266" r:id="rId6"/>
  </p:sldIdLst>
  <p:sldSz cx="6858000" cy="9144000" type="screen4x3"/>
  <p:notesSz cx="6950075" cy="923607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47AB"/>
    <a:srgbClr val="7FCDE9"/>
    <a:srgbClr val="3068D9"/>
    <a:srgbClr val="218BCB"/>
    <a:srgbClr val="229FCC"/>
    <a:srgbClr val="48B8E0"/>
    <a:srgbClr val="2FAF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p:cViewPr varScale="1">
        <p:scale>
          <a:sx n="79" d="100"/>
          <a:sy n="79" d="100"/>
        </p:scale>
        <p:origin x="2478" y="9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011488" cy="46355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D974EA55-1F88-4D33-948F-129C030CA228}" type="datetimeFigureOut">
              <a:rPr lang="fr-FR" smtClean="0"/>
              <a:t>29/05/2025</a:t>
            </a:fld>
            <a:endParaRPr lang="fr-FR"/>
          </a:p>
        </p:txBody>
      </p:sp>
      <p:sp>
        <p:nvSpPr>
          <p:cNvPr id="4" name="Espace réservé de l'image des diapositives 3"/>
          <p:cNvSpPr>
            <a:spLocks noGrp="1" noRot="1" noChangeAspect="1"/>
          </p:cNvSpPr>
          <p:nvPr>
            <p:ph type="sldImg" idx="2"/>
          </p:nvPr>
        </p:nvSpPr>
        <p:spPr>
          <a:xfrm>
            <a:off x="2305050" y="1154113"/>
            <a:ext cx="2339975" cy="311785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95325" y="4445000"/>
            <a:ext cx="5559425" cy="3636963"/>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772525"/>
            <a:ext cx="3011488" cy="46355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937000" y="8772525"/>
            <a:ext cx="3011488" cy="463550"/>
          </a:xfrm>
          <a:prstGeom prst="rect">
            <a:avLst/>
          </a:prstGeom>
        </p:spPr>
        <p:txBody>
          <a:bodyPr vert="horz" lIns="91440" tIns="45720" rIns="91440" bIns="45720" rtlCol="0" anchor="b"/>
          <a:lstStyle>
            <a:lvl1pPr algn="r">
              <a:defRPr sz="1200"/>
            </a:lvl1pPr>
          </a:lstStyle>
          <a:p>
            <a:fld id="{8C8FADA9-DAE0-49B2-8C03-98CBE548380A}" type="slidenum">
              <a:rPr lang="fr-FR" smtClean="0"/>
              <a:t>‹N°›</a:t>
            </a:fld>
            <a:endParaRPr lang="fr-FR"/>
          </a:p>
        </p:txBody>
      </p:sp>
    </p:spTree>
    <p:extLst>
      <p:ext uri="{BB962C8B-B14F-4D97-AF65-F5344CB8AC3E}">
        <p14:creationId xmlns:p14="http://schemas.microsoft.com/office/powerpoint/2010/main" val="1444953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514350" y="2840568"/>
            <a:ext cx="5829300" cy="1960033"/>
          </a:xfrm>
        </p:spPr>
        <p:txBody>
          <a:bodyPr/>
          <a:lstStyle/>
          <a:p>
            <a:r>
              <a:rPr lang="fr-FR"/>
              <a:t>Modifiez le style du titre</a:t>
            </a:r>
            <a:endParaRPr lang="fr-CA"/>
          </a:p>
        </p:txBody>
      </p:sp>
      <p:sp>
        <p:nvSpPr>
          <p:cNvPr id="3" name="Sous-titr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CA"/>
          </a:p>
        </p:txBody>
      </p:sp>
      <p:sp>
        <p:nvSpPr>
          <p:cNvPr id="4" name="Espace réservé de la date 3"/>
          <p:cNvSpPr>
            <a:spLocks noGrp="1"/>
          </p:cNvSpPr>
          <p:nvPr>
            <p:ph type="dt" sz="half" idx="10"/>
          </p:nvPr>
        </p:nvSpPr>
        <p:spPr/>
        <p:txBody>
          <a:bodyPr/>
          <a:lstStyle/>
          <a:p>
            <a:fld id="{831270F1-02CD-4B62-A24E-C50745FFF5F5}" type="datetime1">
              <a:rPr lang="fr-CA" smtClean="0"/>
              <a:t>2025-05-29</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48049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E8FB3501-DB26-46B1-B49D-78AAEDB8FBB0}" type="datetime1">
              <a:rPr lang="fr-CA" smtClean="0"/>
              <a:t>2025-05-29</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756885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541735" y="5875867"/>
            <a:ext cx="5829300" cy="1816100"/>
          </a:xfrm>
        </p:spPr>
        <p:txBody>
          <a:bodyPr anchor="t"/>
          <a:lstStyle>
            <a:lvl1pPr algn="l">
              <a:defRPr sz="4000" b="1" cap="all"/>
            </a:lvl1pPr>
          </a:lstStyle>
          <a:p>
            <a:r>
              <a:rPr lang="fr-FR"/>
              <a:t>Modifiez le style du titre</a:t>
            </a:r>
            <a:endParaRPr lang="fr-CA"/>
          </a:p>
        </p:txBody>
      </p:sp>
      <p:sp>
        <p:nvSpPr>
          <p:cNvPr id="3" name="Espace réservé du texte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3D9D7A85-2AFD-4815-A0A7-D4B79870DF4B}" type="datetime1">
              <a:rPr lang="fr-CA" smtClean="0"/>
              <a:t>2025-05-29</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797159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contenu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p:cNvSpPr>
            <a:spLocks noGrp="1"/>
          </p:cNvSpPr>
          <p:nvPr>
            <p:ph type="dt" sz="half" idx="10"/>
          </p:nvPr>
        </p:nvSpPr>
        <p:spPr/>
        <p:txBody>
          <a:bodyPr/>
          <a:lstStyle/>
          <a:p>
            <a:fld id="{8C976F20-C377-4AED-9510-F5ADE3870E9C}" type="datetime1">
              <a:rPr lang="fr-CA" smtClean="0"/>
              <a:t>2025-05-29</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62237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342900" y="366184"/>
            <a:ext cx="6172200" cy="1524000"/>
          </a:xfrm>
        </p:spPr>
        <p:txBody>
          <a:bodyPr/>
          <a:lstStyle>
            <a:lvl1pPr>
              <a:defRPr/>
            </a:lvl1pPr>
          </a:lstStyle>
          <a:p>
            <a:r>
              <a:rPr lang="fr-FR"/>
              <a:t>Modifiez le style du titre</a:t>
            </a:r>
            <a:endParaRPr lang="fr-CA"/>
          </a:p>
        </p:txBody>
      </p:sp>
      <p:sp>
        <p:nvSpPr>
          <p:cNvPr id="3" name="Espace réservé du texte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p:cNvSpPr>
            <a:spLocks noGrp="1"/>
          </p:cNvSpPr>
          <p:nvPr>
            <p:ph type="dt" sz="half" idx="10"/>
          </p:nvPr>
        </p:nvSpPr>
        <p:spPr/>
        <p:txBody>
          <a:bodyPr/>
          <a:lstStyle/>
          <a:p>
            <a:fld id="{3C686B50-1D08-40D3-BECA-FFE7DEF4ECA0}" type="datetime1">
              <a:rPr lang="fr-CA" smtClean="0"/>
              <a:t>2025-05-29</a:t>
            </a:fld>
            <a:endParaRPr lang="fr-CA"/>
          </a:p>
        </p:txBody>
      </p:sp>
      <p:sp>
        <p:nvSpPr>
          <p:cNvPr id="8" name="Espace réservé du pied de page 7"/>
          <p:cNvSpPr>
            <a:spLocks noGrp="1"/>
          </p:cNvSpPr>
          <p:nvPr>
            <p:ph type="ftr" sz="quarter" idx="11"/>
          </p:nvPr>
        </p:nvSpPr>
        <p:spPr/>
        <p:txBody>
          <a:bodyPr/>
          <a:lstStyle/>
          <a:p>
            <a:endParaRPr lang="fr-CA"/>
          </a:p>
        </p:txBody>
      </p:sp>
      <p:sp>
        <p:nvSpPr>
          <p:cNvPr id="9" name="Espace réservé du numéro de diapositive 8"/>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4271518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e la date 2"/>
          <p:cNvSpPr>
            <a:spLocks noGrp="1"/>
          </p:cNvSpPr>
          <p:nvPr>
            <p:ph type="dt" sz="half" idx="10"/>
          </p:nvPr>
        </p:nvSpPr>
        <p:spPr/>
        <p:txBody>
          <a:bodyPr/>
          <a:lstStyle/>
          <a:p>
            <a:fld id="{1CCDA913-A0AB-4357-9718-F642A4CB965C}" type="datetime1">
              <a:rPr lang="fr-CA" smtClean="0"/>
              <a:t>2025-05-29</a:t>
            </a:fld>
            <a:endParaRPr lang="fr-CA"/>
          </a:p>
        </p:txBody>
      </p:sp>
      <p:sp>
        <p:nvSpPr>
          <p:cNvPr id="4" name="Espace réservé du pied de page 3"/>
          <p:cNvSpPr>
            <a:spLocks noGrp="1"/>
          </p:cNvSpPr>
          <p:nvPr>
            <p:ph type="ftr" sz="quarter" idx="11"/>
          </p:nvPr>
        </p:nvSpPr>
        <p:spPr/>
        <p:txBody>
          <a:bodyPr/>
          <a:lstStyle/>
          <a:p>
            <a:endParaRPr lang="fr-CA"/>
          </a:p>
        </p:txBody>
      </p:sp>
      <p:sp>
        <p:nvSpPr>
          <p:cNvPr id="5" name="Espace réservé du numéro de diapositive 4"/>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61246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0F1D8FFD-9EF2-4DF5-ADE3-0FA2D06B7D28}" type="datetime1">
              <a:rPr lang="fr-CA" smtClean="0"/>
              <a:t>2025-05-29</a:t>
            </a:fld>
            <a:endParaRPr lang="fr-CA"/>
          </a:p>
        </p:txBody>
      </p:sp>
      <p:sp>
        <p:nvSpPr>
          <p:cNvPr id="3" name="Espace réservé du pied de page 2"/>
          <p:cNvSpPr>
            <a:spLocks noGrp="1"/>
          </p:cNvSpPr>
          <p:nvPr>
            <p:ph type="ftr" sz="quarter" idx="11"/>
          </p:nvPr>
        </p:nvSpPr>
        <p:spPr/>
        <p:txBody>
          <a:bodyPr/>
          <a:lstStyle/>
          <a:p>
            <a:endParaRPr lang="fr-CA"/>
          </a:p>
        </p:txBody>
      </p:sp>
      <p:sp>
        <p:nvSpPr>
          <p:cNvPr id="4" name="Espace réservé du numéro de diapositive 3"/>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19837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342900" y="364067"/>
            <a:ext cx="2256235" cy="1549400"/>
          </a:xfrm>
        </p:spPr>
        <p:txBody>
          <a:bodyPr anchor="b"/>
          <a:lstStyle>
            <a:lvl1pPr algn="l">
              <a:defRPr sz="2000" b="1"/>
            </a:lvl1pPr>
          </a:lstStyle>
          <a:p>
            <a:r>
              <a:rPr lang="fr-FR"/>
              <a:t>Modifiez le style du titre</a:t>
            </a:r>
            <a:endParaRPr lang="fr-CA"/>
          </a:p>
        </p:txBody>
      </p:sp>
      <p:sp>
        <p:nvSpPr>
          <p:cNvPr id="3" name="Espace réservé du contenu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723AA06B-BE77-4E72-9CCA-00E4DEE9532E}" type="datetime1">
              <a:rPr lang="fr-CA" smtClean="0"/>
              <a:t>2025-05-29</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2455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344216" y="6400800"/>
            <a:ext cx="4114800" cy="755651"/>
          </a:xfrm>
        </p:spPr>
        <p:txBody>
          <a:bodyPr anchor="b"/>
          <a:lstStyle>
            <a:lvl1pPr algn="l">
              <a:defRPr sz="2000" b="1"/>
            </a:lvl1pPr>
          </a:lstStyle>
          <a:p>
            <a:r>
              <a:rPr lang="fr-FR"/>
              <a:t>Modifiez le style du titre</a:t>
            </a:r>
            <a:endParaRPr lang="fr-CA"/>
          </a:p>
        </p:txBody>
      </p:sp>
      <p:sp>
        <p:nvSpPr>
          <p:cNvPr id="3" name="Espace réservé pour une image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5D4EBF81-A9BE-418D-9E78-24D0919B7A1C}" type="datetime1">
              <a:rPr lang="fr-CA" smtClean="0"/>
              <a:t>2025-05-29</a:t>
            </a:fld>
            <a:endParaRPr lang="fr-CA"/>
          </a:p>
        </p:txBody>
      </p:sp>
      <p:sp>
        <p:nvSpPr>
          <p:cNvPr id="6" name="Espace réservé du pied de page 5"/>
          <p:cNvSpPr>
            <a:spLocks noGrp="1"/>
          </p:cNvSpPr>
          <p:nvPr>
            <p:ph type="ftr" sz="quarter" idx="11"/>
          </p:nvPr>
        </p:nvSpPr>
        <p:spPr/>
        <p:txBody>
          <a:bodyPr/>
          <a:lstStyle/>
          <a:p>
            <a:endParaRPr lang="fr-CA"/>
          </a:p>
        </p:txBody>
      </p:sp>
      <p:sp>
        <p:nvSpPr>
          <p:cNvPr id="7" name="Espace réservé du numéro de diapositive 6"/>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2988577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fr-CA"/>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867DEE61-C885-4A50-BEE7-C9DDDBD88187}" type="datetime1">
              <a:rPr lang="fr-CA" smtClean="0"/>
              <a:t>2025-05-29</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930042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3729037" y="488951"/>
            <a:ext cx="1157288" cy="10401300"/>
          </a:xfrm>
        </p:spPr>
        <p:txBody>
          <a:bodyPr vert="eaVert"/>
          <a:lstStyle/>
          <a:p>
            <a:r>
              <a:rPr lang="fr-FR"/>
              <a:t>Modifiez le style du titre</a:t>
            </a:r>
            <a:endParaRPr lang="fr-CA"/>
          </a:p>
        </p:txBody>
      </p:sp>
      <p:sp>
        <p:nvSpPr>
          <p:cNvPr id="3" name="Espace réservé du texte vertical 2"/>
          <p:cNvSpPr>
            <a:spLocks noGrp="1"/>
          </p:cNvSpPr>
          <p:nvPr>
            <p:ph type="body" orient="vert" idx="1"/>
          </p:nvPr>
        </p:nvSpPr>
        <p:spPr>
          <a:xfrm>
            <a:off x="257175" y="488951"/>
            <a:ext cx="3357563" cy="104013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10"/>
          </p:nvPr>
        </p:nvSpPr>
        <p:spPr/>
        <p:txBody>
          <a:bodyPr/>
          <a:lstStyle/>
          <a:p>
            <a:fld id="{6FFC38EA-1C13-48D8-9A28-13347BB0C9CB}" type="datetime1">
              <a:rPr lang="fr-CA" smtClean="0"/>
              <a:t>2025-05-29</a:t>
            </a:fld>
            <a:endParaRPr lang="fr-CA"/>
          </a:p>
        </p:txBody>
      </p:sp>
      <p:sp>
        <p:nvSpPr>
          <p:cNvPr id="5" name="Espace réservé du pied de page 4"/>
          <p:cNvSpPr>
            <a:spLocks noGrp="1"/>
          </p:cNvSpPr>
          <p:nvPr>
            <p:ph type="ftr" sz="quarter" idx="11"/>
          </p:nvPr>
        </p:nvSpPr>
        <p:spPr/>
        <p:txBody>
          <a:bodyPr/>
          <a:lstStyle/>
          <a:p>
            <a:endParaRPr lang="fr-CA"/>
          </a:p>
        </p:txBody>
      </p:sp>
      <p:sp>
        <p:nvSpPr>
          <p:cNvPr id="6" name="Espace réservé du numéro de diapositive 5"/>
          <p:cNvSpPr>
            <a:spLocks noGrp="1"/>
          </p:cNvSpPr>
          <p:nvPr>
            <p:ph type="sldNum" sz="quarter" idx="12"/>
          </p:nvPr>
        </p:nvSpPr>
        <p:spPr/>
        <p:txBody>
          <a:bodyPr/>
          <a:lstStyle/>
          <a:p>
            <a:fld id="{31F4C03E-007A-4FDF-9746-0F09F296E587}" type="slidenum">
              <a:rPr lang="fr-CA" smtClean="0"/>
              <a:t>‹N°›</a:t>
            </a:fld>
            <a:endParaRPr lang="fr-CA"/>
          </a:p>
        </p:txBody>
      </p:sp>
    </p:spTree>
    <p:extLst>
      <p:ext uri="{BB962C8B-B14F-4D97-AF65-F5344CB8AC3E}">
        <p14:creationId xmlns:p14="http://schemas.microsoft.com/office/powerpoint/2010/main" val="15369263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74A8D5B-1515-4F97-901C-AB1B94820B7C}" type="datetime1">
              <a:rPr lang="fr-CA" smtClean="0"/>
              <a:t>2025-05-29</a:t>
            </a:fld>
            <a:endParaRPr lang="fr-CA"/>
          </a:p>
        </p:txBody>
      </p:sp>
      <p:sp>
        <p:nvSpPr>
          <p:cNvPr id="5" name="Espace réservé du pied de page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Espace réservé du numéro de diapositive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31F4C03E-007A-4FDF-9746-0F09F296E587}" type="slidenum">
              <a:rPr lang="fr-CA" smtClean="0"/>
              <a:t>‹N°›</a:t>
            </a:fld>
            <a:endParaRPr lang="fr-CA"/>
          </a:p>
        </p:txBody>
      </p:sp>
    </p:spTree>
    <p:extLst>
      <p:ext uri="{BB962C8B-B14F-4D97-AF65-F5344CB8AC3E}">
        <p14:creationId xmlns:p14="http://schemas.microsoft.com/office/powerpoint/2010/main" val="31056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3.xml"/><Relationship Id="rId7"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2.xml"/><Relationship Id="rId5" Type="http://schemas.openxmlformats.org/officeDocument/2006/relationships/tags" Target="../tags/tag5.xml"/><Relationship Id="rId4" Type="http://schemas.openxmlformats.org/officeDocument/2006/relationships/tags" Target="../tags/tag4.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tags" Target="../tags/tag8.xml"/><Relationship Id="rId7"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custDataLst>
              <p:tags r:id="rId1"/>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A" b="1" dirty="0">
                <a:solidFill>
                  <a:schemeClr val="bg1"/>
                </a:solidFill>
                <a:latin typeface="Nunito" pitchFamily="2" charset="0"/>
              </a:rPr>
              <a:t>7-8 </a:t>
            </a:r>
            <a:r>
              <a:rPr lang="en-CA" b="1" dirty="0" err="1">
                <a:solidFill>
                  <a:schemeClr val="bg1"/>
                </a:solidFill>
                <a:latin typeface="Nunito" pitchFamily="2" charset="0"/>
              </a:rPr>
              <a:t>juin</a:t>
            </a:r>
            <a:r>
              <a:rPr lang="en-CA" b="1" dirty="0">
                <a:solidFill>
                  <a:schemeClr val="bg1"/>
                </a:solidFill>
                <a:latin typeface="Nunito" pitchFamily="2" charset="0"/>
              </a:rPr>
              <a:t> 2025</a:t>
            </a:r>
            <a:endParaRPr lang="fr-CA" b="1" dirty="0">
              <a:solidFill>
                <a:schemeClr val="bg1"/>
              </a:solidFill>
              <a:latin typeface="Nunito" pitchFamily="2" charset="0"/>
            </a:endParaRPr>
          </a:p>
        </p:txBody>
      </p:sp>
      <p:sp>
        <p:nvSpPr>
          <p:cNvPr id="2" name="Espace réservé du numéro de diapositive 1">
            <a:extLst>
              <a:ext uri="{FF2B5EF4-FFF2-40B4-BE49-F238E27FC236}">
                <a16:creationId xmlns:a16="http://schemas.microsoft.com/office/drawing/2014/main" id="{3FD1B1F0-F189-40B3-A7CE-81CA96B9C516}"/>
              </a:ext>
            </a:extLst>
          </p:cNvPr>
          <p:cNvSpPr>
            <a:spLocks noGrp="1"/>
          </p:cNvSpPr>
          <p:nvPr>
            <p:ph type="sldNum" sz="quarter" idx="12"/>
            <p:custDataLst>
              <p:tags r:id="rId2"/>
            </p:custDataLst>
          </p:nvPr>
        </p:nvSpPr>
        <p:spPr/>
        <p:txBody>
          <a:bodyPr/>
          <a:lstStyle/>
          <a:p>
            <a:fld id="{31F4C03E-007A-4FDF-9746-0F09F296E587}" type="slidenum">
              <a:rPr lang="fr-CA" smtClean="0"/>
              <a:t>1</a:t>
            </a:fld>
            <a:endParaRPr lang="fr-CA" dirty="0"/>
          </a:p>
        </p:txBody>
      </p:sp>
      <p:sp>
        <p:nvSpPr>
          <p:cNvPr id="7" name="Zone de texte 28">
            <a:extLst>
              <a:ext uri="{FF2B5EF4-FFF2-40B4-BE49-F238E27FC236}">
                <a16:creationId xmlns:a16="http://schemas.microsoft.com/office/drawing/2014/main" id="{9954BF8A-DD31-9DF8-A9CE-38C033095C3B}"/>
              </a:ext>
            </a:extLst>
          </p:cNvPr>
          <p:cNvSpPr txBox="1">
            <a:spLocks/>
          </p:cNvSpPr>
          <p:nvPr>
            <p:custDataLst>
              <p:tags r:id="rId3"/>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fr-CA" sz="3600" b="1" dirty="0">
                <a:solidFill>
                  <a:srgbClr val="1447AB"/>
                </a:solidFill>
                <a:latin typeface="Nunito" pitchFamily="2" charset="0"/>
              </a:rPr>
              <a:t>Weekend en folie</a:t>
            </a:r>
            <a:endParaRPr lang="fr-CA" sz="2800" b="1" dirty="0">
              <a:solidFill>
                <a:srgbClr val="1447AB"/>
              </a:solidFill>
              <a:latin typeface="Nunito" pitchFamily="2" charset="0"/>
            </a:endParaRPr>
          </a:p>
        </p:txBody>
      </p:sp>
      <p:sp>
        <p:nvSpPr>
          <p:cNvPr id="4" name="ZoneTexte 3">
            <a:extLst>
              <a:ext uri="{FF2B5EF4-FFF2-40B4-BE49-F238E27FC236}">
                <a16:creationId xmlns:a16="http://schemas.microsoft.com/office/drawing/2014/main" id="{881EABBC-C49F-FFC2-4E49-3F25AF558C54}"/>
              </a:ext>
            </a:extLst>
          </p:cNvPr>
          <p:cNvSpPr txBox="1"/>
          <p:nvPr>
            <p:custDataLst>
              <p:tags r:id="rId4"/>
            </p:custDataLst>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Édition Spa et spa de nage</a:t>
            </a:r>
          </a:p>
        </p:txBody>
      </p:sp>
      <p:pic>
        <p:nvPicPr>
          <p:cNvPr id="5" name="Image 4" descr="Une image contenant Graphique, Police, émoticône, texte&#10;&#10;Le contenu généré par l’IA peut être incorrect.">
            <a:extLst>
              <a:ext uri="{FF2B5EF4-FFF2-40B4-BE49-F238E27FC236}">
                <a16:creationId xmlns:a16="http://schemas.microsoft.com/office/drawing/2014/main" id="{6A011CA4-D025-2CF7-B847-8536ABDB2C73}"/>
              </a:ext>
            </a:extLst>
          </p:cNvPr>
          <p:cNvPicPr>
            <a:picLocks noChangeAspect="1"/>
          </p:cNvPicPr>
          <p:nvPr>
            <p:custDataLst>
              <p:tags r:id="rId5"/>
            </p:custDataLst>
          </p:nvPr>
        </p:nvPicPr>
        <p:blipFill>
          <a:blip r:embed="rId7"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pic>
        <p:nvPicPr>
          <p:cNvPr id="8" name="Image 7">
            <a:extLst>
              <a:ext uri="{FF2B5EF4-FFF2-40B4-BE49-F238E27FC236}">
                <a16:creationId xmlns:a16="http://schemas.microsoft.com/office/drawing/2014/main" id="{E489D3A4-367C-BF5A-B8E3-4D12209EC395}"/>
              </a:ext>
            </a:extLst>
          </p:cNvPr>
          <p:cNvPicPr>
            <a:picLocks noChangeAspect="1"/>
          </p:cNvPicPr>
          <p:nvPr/>
        </p:nvPicPr>
        <p:blipFill>
          <a:blip r:embed="rId8"/>
          <a:stretch>
            <a:fillRect/>
          </a:stretch>
        </p:blipFill>
        <p:spPr>
          <a:xfrm>
            <a:off x="1123536" y="2271269"/>
            <a:ext cx="4854675" cy="6178045"/>
          </a:xfrm>
          <a:prstGeom prst="rect">
            <a:avLst/>
          </a:prstGeom>
        </p:spPr>
      </p:pic>
      <p:sp>
        <p:nvSpPr>
          <p:cNvPr id="3" name="Rectangle 2">
            <a:extLst>
              <a:ext uri="{FF2B5EF4-FFF2-40B4-BE49-F238E27FC236}">
                <a16:creationId xmlns:a16="http://schemas.microsoft.com/office/drawing/2014/main" id="{933F8030-168E-4366-9826-73315BAFB5FB}"/>
              </a:ext>
            </a:extLst>
          </p:cNvPr>
          <p:cNvSpPr/>
          <p:nvPr/>
        </p:nvSpPr>
        <p:spPr>
          <a:xfrm>
            <a:off x="5271823" y="6300192"/>
            <a:ext cx="1412776" cy="356515"/>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1100" dirty="0"/>
              <a:t>Sera corrigé pour jusqu’à 1000$</a:t>
            </a:r>
          </a:p>
        </p:txBody>
      </p:sp>
    </p:spTree>
    <p:extLst>
      <p:ext uri="{BB962C8B-B14F-4D97-AF65-F5344CB8AC3E}">
        <p14:creationId xmlns:p14="http://schemas.microsoft.com/office/powerpoint/2010/main" val="34735574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BAF35-53EF-34BF-5EBB-6E128490E270}"/>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D61A549-40C0-D7A0-1E66-93D3D4072175}"/>
              </a:ext>
            </a:extLst>
          </p:cNvPr>
          <p:cNvSpPr/>
          <p:nvPr>
            <p:custDataLst>
              <p:tags r:id="rId1"/>
            </p:custDataLst>
          </p:nvPr>
        </p:nvSpPr>
        <p:spPr>
          <a:xfrm>
            <a:off x="260647" y="1691680"/>
            <a:ext cx="6408713" cy="503215"/>
          </a:xfrm>
          <a:prstGeom prst="rect">
            <a:avLst/>
          </a:prstGeom>
          <a:solidFill>
            <a:srgbClr val="1447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A" b="1" dirty="0">
                <a:solidFill>
                  <a:schemeClr val="bg1"/>
                </a:solidFill>
                <a:latin typeface="Nunito" pitchFamily="2" charset="0"/>
              </a:rPr>
              <a:t>Instructions de vente spéciales 4 au 9 juin 2025</a:t>
            </a:r>
          </a:p>
        </p:txBody>
      </p:sp>
      <p:sp>
        <p:nvSpPr>
          <p:cNvPr id="8" name="Rectangle 7">
            <a:extLst>
              <a:ext uri="{FF2B5EF4-FFF2-40B4-BE49-F238E27FC236}">
                <a16:creationId xmlns:a16="http://schemas.microsoft.com/office/drawing/2014/main" id="{6D4F5C0C-5CF2-AE6C-16F8-5DC9CA60092D}"/>
              </a:ext>
            </a:extLst>
          </p:cNvPr>
          <p:cNvSpPr/>
          <p:nvPr>
            <p:custDataLst>
              <p:tags r:id="rId2"/>
            </p:custDataLst>
          </p:nvPr>
        </p:nvSpPr>
        <p:spPr>
          <a:xfrm>
            <a:off x="260646" y="2252637"/>
            <a:ext cx="6408713" cy="5232202"/>
          </a:xfrm>
          <a:prstGeom prst="rect">
            <a:avLst/>
          </a:prstGeom>
          <a:noFill/>
          <a:ln>
            <a:solidFill>
              <a:schemeClr val="tx1"/>
            </a:solidFill>
          </a:ln>
        </p:spPr>
        <p:txBody>
          <a:bodyPr wrap="square">
            <a:spAutoFit/>
          </a:bodyPr>
          <a:lstStyle/>
          <a:p>
            <a:r>
              <a:rPr lang="fr-CA" sz="1400" dirty="0">
                <a:latin typeface="Nunito" pitchFamily="2" charset="0"/>
              </a:rPr>
              <a:t>C’est le retour des « Weekend en folie » avec des promotions spéciales en cours! Nous aurons de la publicité radio partout au Québec en plus de plusieurs stations de radio en directes (live) samedi et dimanche dans nos magasins Club Piscine du Grand Montréal!</a:t>
            </a:r>
          </a:p>
          <a:p>
            <a:endParaRPr lang="fr-CA" sz="1400" b="1" dirty="0">
              <a:latin typeface="Nunito" pitchFamily="2" charset="0"/>
            </a:endParaRPr>
          </a:p>
          <a:p>
            <a:r>
              <a:rPr lang="fr-CA" sz="1400" b="1" dirty="0">
                <a:latin typeface="Nunito" pitchFamily="2" charset="0"/>
              </a:rPr>
              <a:t>Nous annoncerons que la vente se déroule le weekend du 7-8 juin mais les promotions seront valides du 4 au 9 juin 2025. </a:t>
            </a:r>
            <a:r>
              <a:rPr lang="fr-CA" sz="1400" dirty="0">
                <a:latin typeface="Nunito" pitchFamily="2" charset="0"/>
              </a:rPr>
              <a:t>Ne peut s’appliquer sur vos ventes antérieures. </a:t>
            </a:r>
          </a:p>
          <a:p>
            <a:endParaRPr lang="fr-CA" sz="1400" b="1" dirty="0">
              <a:latin typeface="Nunito" pitchFamily="2" charset="0"/>
            </a:endParaRPr>
          </a:p>
          <a:p>
            <a:pPr marL="285750" indent="-285750">
              <a:buFont typeface="Arial" panose="020B0604020202020204" pitchFamily="34" charset="0"/>
              <a:buChar char="•"/>
            </a:pPr>
            <a:r>
              <a:rPr lang="fr-CA" sz="1400" b="1" dirty="0">
                <a:latin typeface="Nunito" pitchFamily="2" charset="0"/>
              </a:rPr>
              <a:t>SPA </a:t>
            </a:r>
          </a:p>
          <a:p>
            <a:pPr marL="742950" lvl="1" indent="-285750">
              <a:buFont typeface="Arial" panose="020B0604020202020204" pitchFamily="34" charset="0"/>
              <a:buChar char="•"/>
            </a:pPr>
            <a:r>
              <a:rPr lang="fr-FR" b="1" dirty="0"/>
              <a:t>Jacuzzi</a:t>
            </a:r>
            <a:r>
              <a:rPr lang="fr-FR" dirty="0"/>
              <a:t>: Obtenez une carte promo de 1000$ à l'achat d'un spa JACUZZI, tous modèles confondus.</a:t>
            </a:r>
          </a:p>
          <a:p>
            <a:pPr marL="742950" lvl="1" indent="-285750">
              <a:buFont typeface="Arial" panose="020B0604020202020204" pitchFamily="34" charset="0"/>
              <a:buChar char="•"/>
            </a:pPr>
            <a:r>
              <a:rPr lang="fr-FR" b="1" dirty="0"/>
              <a:t>Solstice</a:t>
            </a:r>
            <a:r>
              <a:rPr lang="fr-FR" dirty="0"/>
              <a:t>: Obtenez une carte promo de 750$ à l'achat d'un spa SOLSTICE, tous modèles confondus.</a:t>
            </a:r>
          </a:p>
          <a:p>
            <a:pPr marL="742950" lvl="1" indent="-285750">
              <a:buFont typeface="Arial" panose="020B0604020202020204" pitchFamily="34" charset="0"/>
              <a:buChar char="•"/>
            </a:pPr>
            <a:r>
              <a:rPr lang="fr-FR" b="1" dirty="0"/>
              <a:t>Spa de nage</a:t>
            </a:r>
            <a:r>
              <a:rPr lang="fr-FR" dirty="0"/>
              <a:t>: Obtenez une carte promo de 500$ à l'achat d'un spa de nage JACUZZI. </a:t>
            </a:r>
          </a:p>
          <a:p>
            <a:pPr marL="285750" indent="-285750">
              <a:buFont typeface="Arial" panose="020B0604020202020204" pitchFamily="34" charset="0"/>
              <a:buChar char="•"/>
            </a:pPr>
            <a:r>
              <a:rPr lang="fr-CA" sz="1400" b="1" dirty="0">
                <a:latin typeface="Nunito" pitchFamily="2" charset="0"/>
              </a:rPr>
              <a:t>BBQ</a:t>
            </a:r>
          </a:p>
          <a:p>
            <a:pPr marL="742950" lvl="1" indent="-285750">
              <a:buFont typeface="Arial" panose="020B0604020202020204" pitchFamily="34" charset="0"/>
              <a:buChar char="•"/>
            </a:pPr>
            <a:r>
              <a:rPr lang="fr-CA" dirty="0" err="1"/>
              <a:t>Kamado</a:t>
            </a:r>
            <a:r>
              <a:rPr lang="fr-CA" dirty="0"/>
              <a:t> LG en promotion à 1299.99$ donc 100$ de rabais supplémentaire.</a:t>
            </a:r>
          </a:p>
          <a:p>
            <a:pPr marL="742950" lvl="1" indent="-285750">
              <a:buFont typeface="Arial" panose="020B0604020202020204" pitchFamily="34" charset="0"/>
              <a:buChar char="•"/>
            </a:pPr>
            <a:endParaRPr lang="fr-CA" sz="1200" b="1" dirty="0">
              <a:latin typeface="Nunito" pitchFamily="2" charset="0"/>
            </a:endParaRPr>
          </a:p>
          <a:p>
            <a:pPr marL="742950" lvl="1" indent="-285750">
              <a:buFont typeface="Arial" panose="020B0604020202020204" pitchFamily="34" charset="0"/>
              <a:buChar char="•"/>
            </a:pPr>
            <a:endParaRPr lang="fr-CA" sz="1200" b="1" dirty="0">
              <a:latin typeface="Nunito" pitchFamily="2" charset="0"/>
            </a:endParaRPr>
          </a:p>
          <a:p>
            <a:pPr marL="742950" lvl="1" indent="-285750">
              <a:buFont typeface="Arial" panose="020B0604020202020204" pitchFamily="34" charset="0"/>
              <a:buChar char="•"/>
            </a:pPr>
            <a:endParaRPr lang="fr-CA" sz="1200" b="1" dirty="0">
              <a:latin typeface="Nunito" pitchFamily="2" charset="0"/>
            </a:endParaRPr>
          </a:p>
        </p:txBody>
      </p:sp>
      <p:sp>
        <p:nvSpPr>
          <p:cNvPr id="2" name="Espace réservé du numéro de diapositive 1">
            <a:extLst>
              <a:ext uri="{FF2B5EF4-FFF2-40B4-BE49-F238E27FC236}">
                <a16:creationId xmlns:a16="http://schemas.microsoft.com/office/drawing/2014/main" id="{ED6C500A-3847-59CE-93C5-EE4B10B618FD}"/>
              </a:ext>
            </a:extLst>
          </p:cNvPr>
          <p:cNvSpPr>
            <a:spLocks noGrp="1"/>
          </p:cNvSpPr>
          <p:nvPr>
            <p:ph type="sldNum" sz="quarter" idx="12"/>
            <p:custDataLst>
              <p:tags r:id="rId3"/>
            </p:custDataLst>
          </p:nvPr>
        </p:nvSpPr>
        <p:spPr/>
        <p:txBody>
          <a:bodyPr/>
          <a:lstStyle/>
          <a:p>
            <a:fld id="{31F4C03E-007A-4FDF-9746-0F09F296E587}" type="slidenum">
              <a:rPr lang="fr-CA" smtClean="0"/>
              <a:t>2</a:t>
            </a:fld>
            <a:endParaRPr lang="fr-CA" dirty="0"/>
          </a:p>
        </p:txBody>
      </p:sp>
      <p:sp>
        <p:nvSpPr>
          <p:cNvPr id="7" name="Zone de texte 28">
            <a:extLst>
              <a:ext uri="{FF2B5EF4-FFF2-40B4-BE49-F238E27FC236}">
                <a16:creationId xmlns:a16="http://schemas.microsoft.com/office/drawing/2014/main" id="{EEAE25DF-A0EE-CA37-4B91-EA7FF28DEFFC}"/>
              </a:ext>
            </a:extLst>
          </p:cNvPr>
          <p:cNvSpPr txBox="1">
            <a:spLocks/>
          </p:cNvSpPr>
          <p:nvPr>
            <p:custDataLst>
              <p:tags r:id="rId4"/>
            </p:custDataLst>
          </p:nvPr>
        </p:nvSpPr>
        <p:spPr>
          <a:xfrm>
            <a:off x="291150" y="539552"/>
            <a:ext cx="6172200" cy="720080"/>
          </a:xfrm>
          <a:prstGeom prst="rect">
            <a:avLst/>
          </a:prstGeom>
          <a:noFill/>
          <a:ln>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115000"/>
              </a:lnSpc>
              <a:spcAft>
                <a:spcPts val="1000"/>
              </a:spcAft>
            </a:pPr>
            <a:r>
              <a:rPr lang="en-CA" sz="3600" b="1" dirty="0">
                <a:solidFill>
                  <a:srgbClr val="1447AB"/>
                </a:solidFill>
                <a:latin typeface="Nunito" pitchFamily="2" charset="0"/>
              </a:rPr>
              <a:t>W</a:t>
            </a:r>
            <a:r>
              <a:rPr lang="fr-CA" sz="3600" b="1" dirty="0" err="1">
                <a:solidFill>
                  <a:srgbClr val="1447AB"/>
                </a:solidFill>
                <a:latin typeface="Nunito" pitchFamily="2" charset="0"/>
              </a:rPr>
              <a:t>eekend</a:t>
            </a:r>
            <a:r>
              <a:rPr lang="fr-CA" sz="3600" b="1" dirty="0">
                <a:solidFill>
                  <a:srgbClr val="1447AB"/>
                </a:solidFill>
                <a:latin typeface="Nunito" pitchFamily="2" charset="0"/>
              </a:rPr>
              <a:t> en folie</a:t>
            </a:r>
            <a:endParaRPr lang="fr-CA" sz="2800" b="1" dirty="0">
              <a:solidFill>
                <a:srgbClr val="1447AB"/>
              </a:solidFill>
              <a:latin typeface="Nunito" pitchFamily="2" charset="0"/>
            </a:endParaRPr>
          </a:p>
        </p:txBody>
      </p:sp>
      <p:sp>
        <p:nvSpPr>
          <p:cNvPr id="4" name="ZoneTexte 3">
            <a:extLst>
              <a:ext uri="{FF2B5EF4-FFF2-40B4-BE49-F238E27FC236}">
                <a16:creationId xmlns:a16="http://schemas.microsoft.com/office/drawing/2014/main" id="{77337219-0728-892C-5DD3-1F3121A69915}"/>
              </a:ext>
            </a:extLst>
          </p:cNvPr>
          <p:cNvSpPr txBox="1"/>
          <p:nvPr>
            <p:custDataLst>
              <p:tags r:id="rId5"/>
            </p:custDataLst>
          </p:nvPr>
        </p:nvSpPr>
        <p:spPr>
          <a:xfrm>
            <a:off x="1196752" y="1154752"/>
            <a:ext cx="4392488" cy="434734"/>
          </a:xfrm>
          <a:prstGeom prst="rect">
            <a:avLst/>
          </a:prstGeom>
          <a:noFill/>
        </p:spPr>
        <p:txBody>
          <a:bodyPr wrap="square">
            <a:spAutoFit/>
          </a:bodyPr>
          <a:lstStyle/>
          <a:p>
            <a:pPr algn="ctr">
              <a:lnSpc>
                <a:spcPct val="115000"/>
              </a:lnSpc>
              <a:spcAft>
                <a:spcPts val="1000"/>
              </a:spcAft>
            </a:pPr>
            <a:r>
              <a:rPr lang="fr-CA" sz="2000" b="1" dirty="0">
                <a:solidFill>
                  <a:srgbClr val="1447AB"/>
                </a:solidFill>
                <a:latin typeface="Nunito" pitchFamily="2" charset="0"/>
              </a:rPr>
              <a:t>Édition spa et spa de nage</a:t>
            </a:r>
          </a:p>
        </p:txBody>
      </p:sp>
      <p:pic>
        <p:nvPicPr>
          <p:cNvPr id="5" name="Image 4" descr="Une image contenant Graphique, Police, émoticône, texte&#10;&#10;Le contenu généré par l’IA peut être incorrect.">
            <a:extLst>
              <a:ext uri="{FF2B5EF4-FFF2-40B4-BE49-F238E27FC236}">
                <a16:creationId xmlns:a16="http://schemas.microsoft.com/office/drawing/2014/main" id="{BC988F3A-F593-1BE3-543B-79B2AA7F41F0}"/>
              </a:ext>
            </a:extLst>
          </p:cNvPr>
          <p:cNvPicPr>
            <a:picLocks noChangeAspect="1"/>
          </p:cNvPicPr>
          <p:nvPr>
            <p:custDataLst>
              <p:tags r:id="rId6"/>
            </p:custDataLst>
          </p:nvPr>
        </p:nvPicPr>
        <p:blipFill>
          <a:blip r:embed="rId8" cstate="print">
            <a:extLst>
              <a:ext uri="{28A0092B-C50C-407E-A947-70E740481C1C}">
                <a14:useLocalDpi xmlns:a14="http://schemas.microsoft.com/office/drawing/2010/main" val="0"/>
              </a:ext>
            </a:extLst>
          </a:blip>
          <a:stretch>
            <a:fillRect/>
          </a:stretch>
        </p:blipFill>
        <p:spPr>
          <a:xfrm>
            <a:off x="263694" y="8525688"/>
            <a:ext cx="875098" cy="437549"/>
          </a:xfrm>
          <a:prstGeom prst="rect">
            <a:avLst/>
          </a:prstGeom>
        </p:spPr>
      </p:pic>
    </p:spTree>
    <p:extLst>
      <p:ext uri="{BB962C8B-B14F-4D97-AF65-F5344CB8AC3E}">
        <p14:creationId xmlns:p14="http://schemas.microsoft.com/office/powerpoint/2010/main" val="9243824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3"/>
</p:tagLst>
</file>

<file path=ppt/tags/tag9.xml><?xml version="1.0" encoding="utf-8"?>
<p:tagLst xmlns:a="http://schemas.openxmlformats.org/drawingml/2006/main" xmlns:r="http://schemas.openxmlformats.org/officeDocument/2006/relationships" xmlns:p="http://schemas.openxmlformats.org/presentationml/2006/main">
  <p:tag name="NUM" val="4"/>
</p:tagLst>
</file>

<file path=ppt/tags/tag10.xml><?xml version="1.0" encoding="utf-8"?>
<p:tagLst xmlns:a="http://schemas.openxmlformats.org/drawingml/2006/main" xmlns:r="http://schemas.openxmlformats.org/officeDocument/2006/relationships" xmlns:p="http://schemas.openxmlformats.org/presentationml/2006/main">
  <p:tag name="NUM" val="5"/>
</p:tagLst>
</file>

<file path=ppt/tags/tag11.xml><?xml version="1.0" encoding="utf-8"?>
<p:tagLst xmlns:a="http://schemas.openxmlformats.org/drawingml/2006/main" xmlns:r="http://schemas.openxmlformats.org/officeDocument/2006/relationships" xmlns:p="http://schemas.openxmlformats.org/presentationml/2006/main">
  <p:tag name="NUM" val="6"/>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F7642783BF5F549AD8264003DAC5479" ma:contentTypeVersion="3" ma:contentTypeDescription="Crée un document." ma:contentTypeScope="" ma:versionID="dce298f75874831ad4b69d3856d448b0">
  <xsd:schema xmlns:xsd="http://www.w3.org/2001/XMLSchema" xmlns:xs="http://www.w3.org/2001/XMLSchema" xmlns:p="http://schemas.microsoft.com/office/2006/metadata/properties" xmlns:ns2="be3f775b-911d-49d5-9e9c-70e93af7b92b" targetNamespace="http://schemas.microsoft.com/office/2006/metadata/properties" ma:root="true" ma:fieldsID="b29a77cbcb573c1061bfa2edeefbf14c" ns2:_="">
    <xsd:import namespace="be3f775b-911d-49d5-9e9c-70e93af7b9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3f775b-911d-49d5-9e9c-70e93af7b9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1E1C49C-B943-4250-BB39-87973E798E95}">
  <ds:schemaRefs>
    <ds:schemaRef ds:uri="8682f7ec-9bef-4d6d-8d5c-0ec39e002ff3"/>
    <ds:schemaRef ds:uri="http://purl.org/dc/terms/"/>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http://purl.org/dc/dcmitype/"/>
    <ds:schemaRef ds:uri="http://purl.org/dc/elements/1.1/"/>
  </ds:schemaRefs>
</ds:datastoreItem>
</file>

<file path=customXml/itemProps2.xml><?xml version="1.0" encoding="utf-8"?>
<ds:datastoreItem xmlns:ds="http://schemas.openxmlformats.org/officeDocument/2006/customXml" ds:itemID="{993C392B-F690-4267-8D4E-0D4DB769B882}">
  <ds:schemaRefs>
    <ds:schemaRef ds:uri="http://schemas.microsoft.com/sharepoint/v3/contenttype/forms"/>
  </ds:schemaRefs>
</ds:datastoreItem>
</file>

<file path=customXml/itemProps3.xml><?xml version="1.0" encoding="utf-8"?>
<ds:datastoreItem xmlns:ds="http://schemas.openxmlformats.org/officeDocument/2006/customXml" ds:itemID="{155ED85B-B859-40D3-8431-15F79D48CA13}"/>
</file>

<file path=docProps/app.xml><?xml version="1.0" encoding="utf-8"?>
<Properties xmlns="http://schemas.openxmlformats.org/officeDocument/2006/extended-properties" xmlns:vt="http://schemas.openxmlformats.org/officeDocument/2006/docPropsVTypes">
  <TotalTime>52591</TotalTime>
  <Words>193</Words>
  <Application>Microsoft Office PowerPoint</Application>
  <PresentationFormat>Affichage à l'écran (4:3)</PresentationFormat>
  <Paragraphs>20</Paragraphs>
  <Slides>2</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vt:i4>
      </vt:variant>
    </vt:vector>
  </HeadingPairs>
  <TitlesOfParts>
    <vt:vector size="6" baseType="lpstr">
      <vt:lpstr>Arial</vt:lpstr>
      <vt:lpstr>Calibri</vt:lpstr>
      <vt:lpstr>Nunito</vt:lpstr>
      <vt:lpstr>Thème Office</vt:lpstr>
      <vt:lpstr>Présentation PowerPoint</vt:lpstr>
      <vt:lpstr>Présentation PowerPoint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Cindy Angelini</dc:creator>
  <cp:lastModifiedBy>Veronique Dion</cp:lastModifiedBy>
  <cp:revision>1679</cp:revision>
  <cp:lastPrinted>2022-04-27T14:46:34Z</cp:lastPrinted>
  <dcterms:created xsi:type="dcterms:W3CDTF">2017-05-24T18:44:46Z</dcterms:created>
  <dcterms:modified xsi:type="dcterms:W3CDTF">2025-05-29T19:57:00Z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0x010100DF7642783BF5F549AD8264003DAC5479</vt:lpwstr>
  </property>
  <property fmtid="{D5CDD505-2E9C-101B-9397-08002B2CF9AE}" pid="3" name="CPProgramYearTaxo">
    <vt:lpwstr>395;#2021|67d85b28-9b94-4781-b0e7-a14780e90c05</vt:lpwstr>
  </property>
  <property fmtid="{D5CDD505-2E9C-101B-9397-08002B2CF9AE}" pid="4" name="CPDivisionTaxo">
    <vt:lpwstr>25;#Marketing / Marketing|0ce858d0-7a7f-4510-bcd3-2b6f6fd047da</vt:lpwstr>
  </property>
  <property fmtid="{D5CDD505-2E9C-101B-9397-08002B2CF9AE}" pid="5" name="CPLanguageTaxos">
    <vt:lpwstr>4;#FR|5610c2fe-5657-4d60-b756-13a60f4693e4</vt:lpwstr>
  </property>
  <property fmtid="{D5CDD505-2E9C-101B-9397-08002B2CF9AE}" pid="6" name="CPProviderTaxo">
    <vt:lpwstr/>
  </property>
  <property fmtid="{D5CDD505-2E9C-101B-9397-08002B2CF9AE}" pid="7" name="CPTargetDepartmentTaxos">
    <vt:lpwstr/>
  </property>
</Properties>
</file>