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6" r:id="rId5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7AB"/>
    <a:srgbClr val="7FCDE9"/>
    <a:srgbClr val="3068D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>
      <p:cViewPr varScale="1">
        <p:scale>
          <a:sx n="79" d="100"/>
          <a:sy n="79" d="100"/>
        </p:scale>
        <p:origin x="314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2025-06-17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2025-06-17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2025-06-17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2025-06-17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2025-06-17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2025-06-17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2025-06-17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2025-06-17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2025-06-17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2025-06-17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2025-06-17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2025-06-17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AF35-53EF-34BF-5EBB-6E128490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61A549-40C0-D7A0-1E66-93D3D407217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475656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600" b="1" dirty="0">
                <a:solidFill>
                  <a:schemeClr val="bg1"/>
                </a:solidFill>
                <a:latin typeface="Nunito" pitchFamily="2" charset="0"/>
              </a:rPr>
              <a:t>Instructions de vente SPÉCIALES - Jacuzzi - Juin 2025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4F5C0C-5CF2-AE6C-16F8-5DC9CA60092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6" y="2036613"/>
            <a:ext cx="6408713" cy="4462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b="1" dirty="0"/>
              <a:t>NOUVELLES PROMOTIONS</a:t>
            </a:r>
          </a:p>
          <a:p>
            <a:r>
              <a:rPr lang="fr-FR" dirty="0"/>
              <a:t>La promotion Jacuzzi présentement en cours sur les spas de nage est prolongée jusqu’au 22 juin 2025.</a:t>
            </a:r>
          </a:p>
          <a:p>
            <a:endParaRPr lang="fr-CA" b="1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PROMO ROLLAWAY – Jusqu’au 22 juin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Obtenez 50 % de rabais à l’achat d’un couvercle </a:t>
            </a:r>
            <a:r>
              <a:rPr lang="fr-FR" dirty="0" err="1"/>
              <a:t>Rollaway</a:t>
            </a:r>
            <a:r>
              <a:rPr lang="fr-FR" dirty="0"/>
              <a:t>, prolongée jusqu’au 22 juin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b="1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PROMO SUMMER FLASH – 23 juin au 1</a:t>
            </a:r>
            <a:r>
              <a:rPr lang="fr-CA" b="1" baseline="300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er</a:t>
            </a:r>
            <a:r>
              <a:rPr lang="fr-CA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juillet 2025</a:t>
            </a:r>
          </a:p>
          <a:p>
            <a:r>
              <a:rPr lang="fr-FR" dirty="0"/>
              <a:t>Profitez d’un </a:t>
            </a:r>
            <a:r>
              <a:rPr lang="fr-FR" b="1" dirty="0"/>
              <a:t>rabais manufacturier</a:t>
            </a:r>
            <a:r>
              <a:rPr lang="fr-FR" dirty="0"/>
              <a:t> de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500 $</a:t>
            </a:r>
            <a:r>
              <a:rPr lang="fr-FR" dirty="0"/>
              <a:t> sur les modèles </a:t>
            </a:r>
            <a:r>
              <a:rPr lang="fr-FR" b="1" dirty="0"/>
              <a:t>J13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1000 $</a:t>
            </a:r>
            <a:r>
              <a:rPr lang="fr-FR" dirty="0"/>
              <a:t> sur les modèles </a:t>
            </a:r>
            <a:r>
              <a:rPr lang="fr-FR" b="1" dirty="0"/>
              <a:t>J14, J16</a:t>
            </a:r>
            <a:r>
              <a:rPr lang="fr-FR" dirty="0"/>
              <a:t> et </a:t>
            </a:r>
            <a:r>
              <a:rPr lang="fr-FR" b="1" dirty="0"/>
              <a:t>J19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Cumulable avec la promotion actuelle de 1000 $</a:t>
            </a:r>
            <a:r>
              <a:rPr lang="fr-FR" dirty="0"/>
              <a:t> déjà en cours!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Ces rabais Seront appliqués lors de votre commande avec le code promo : SUMMERFLASH.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D6C500A-3847-59CE-93C5-EE4B10B618F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EEAE25DF-A0EE-CA37-4B91-EA7FF28DEFF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BC988F3A-F593-1BE3-543B-79B2AA7F41F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824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63875E-0FF9-468B-97DD-8F0F01D886CC}"/>
</file>

<file path=customXml/itemProps3.xml><?xml version="1.0" encoding="utf-8"?>
<ds:datastoreItem xmlns:ds="http://schemas.openxmlformats.org/officeDocument/2006/customXml" ds:itemID="{11E1C49C-B943-4250-BB39-87973E798E95}">
  <ds:schemaRefs>
    <ds:schemaRef ds:uri="8682f7ec-9bef-4d6d-8d5c-0ec39e002ff3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52486</TotalTime>
  <Words>116</Words>
  <Application>Microsoft Office PowerPoint</Application>
  <PresentationFormat>Affichage à l'écran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Nunito</vt:lpstr>
      <vt:lpstr>Thème Office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1680</cp:revision>
  <cp:lastPrinted>2022-04-27T14:46:34Z</cp:lastPrinted>
  <dcterms:created xsi:type="dcterms:W3CDTF">2017-05-24T18:44:46Z</dcterms:created>
  <dcterms:modified xsi:type="dcterms:W3CDTF">2025-06-17T14:23:02Z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