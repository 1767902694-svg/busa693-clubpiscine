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FE00D4-408D-9EE6-308F-9F5B97464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9E9109B-29B3-B71F-BD70-D91A056C9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85375A-78F7-9C49-930E-9D230EB02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993F-1455-442D-A945-327DB8578E30}" type="datetimeFigureOut">
              <a:rPr lang="fr-CA" smtClean="0"/>
              <a:t>2025-06-11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F52BCE-8B96-9B9F-72C8-FDCA2DC3D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6A0EC3-97BF-74AD-10FD-FE40E4D3E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D33B-3F99-4A1B-A9FE-6F7DFBD7AA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09708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8AC629-2DFD-CB0E-7E18-683E260D2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913724-1950-BC9E-C2C5-2E8A580EB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98EED3-BCBD-1ED9-2F38-A4F53FA4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993F-1455-442D-A945-327DB8578E30}" type="datetimeFigureOut">
              <a:rPr lang="fr-CA" smtClean="0"/>
              <a:t>2025-06-11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816194-BC6E-31D0-9CFD-F4D1C7AC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7033D9-828A-4A25-F5BE-4167E158E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D33B-3F99-4A1B-A9FE-6F7DFBD7AA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35035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047EE6-3D58-3118-153C-2A78432A7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87B1550-68B4-8039-1B02-F9AB42269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F580A9-7A17-3C6B-EC62-4AD01CB73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993F-1455-442D-A945-327DB8578E30}" type="datetimeFigureOut">
              <a:rPr lang="fr-CA" smtClean="0"/>
              <a:t>2025-06-11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C19D34-F9C1-42ED-76FC-635FFAABD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3CE1A-5F0E-0D36-121D-3877A5C3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D33B-3F99-4A1B-A9FE-6F7DFBD7AA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05450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9B2333-C320-787E-12A2-019A7AC98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FE8006-938D-ECD2-4728-BF9B842792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40280A7-E89B-CAAA-9EFF-A6F22F9A3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B04453-6C96-B1D4-48A1-16A2510C0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993F-1455-442D-A945-327DB8578E30}" type="datetimeFigureOut">
              <a:rPr lang="fr-CA" smtClean="0"/>
              <a:t>2025-06-11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67C5868-3EF8-C973-C1D2-1C68D21E4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A0003D-D447-A222-2269-B6E1B7BF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D33B-3F99-4A1B-A9FE-6F7DFBD7AA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81804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93309C-E9CB-01CD-7615-BF80C5529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D87AB8-A16B-B917-137D-01D3C9843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8B0124E-0BCA-03B5-F380-EC3B8039F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728379F-4D8A-5FFA-61FD-88C91D597E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A4D0A73-966C-7864-F732-4FF8F69F60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089DF42-4C71-1BFA-C6BD-E32A5DAA5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993F-1455-442D-A945-327DB8578E30}" type="datetimeFigureOut">
              <a:rPr lang="fr-CA" smtClean="0"/>
              <a:t>2025-06-11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DF292A4-7612-9A4E-E99C-92CB9962F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D6A1AD3-BDF6-D3BD-0B82-5C4AECD8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D33B-3F99-4A1B-A9FE-6F7DFBD7AA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30886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1B7191-B0B7-F91D-6190-3DC60F339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EDA6009-9869-CCF6-546B-AB6632129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993F-1455-442D-A945-327DB8578E30}" type="datetimeFigureOut">
              <a:rPr lang="fr-CA" smtClean="0"/>
              <a:t>2025-06-11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F07F28F-6531-5401-B16C-E2606AE71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0436EAF-B5E5-4CEA-B1B1-7AF2EF29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D33B-3F99-4A1B-A9FE-6F7DFBD7AA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06852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EE9785A-6829-2DE7-9DB6-AB8A171EB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993F-1455-442D-A945-327DB8578E30}" type="datetimeFigureOut">
              <a:rPr lang="fr-CA" smtClean="0"/>
              <a:t>2025-06-11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E119F83-04BD-7623-2936-255461BF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9E3A40-B5E4-855D-CDD5-3FE5635D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D33B-3F99-4A1B-A9FE-6F7DFBD7AA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92905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77AB01-44CE-CEC1-09BD-AF2DFB5B5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C29A26-1135-2D02-2EE7-4AEB50461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CE5D759-4E5F-FEC2-D62C-B3D8FE436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5D55D2-9A75-5BAF-8FE8-B9D7CF7CA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993F-1455-442D-A945-327DB8578E30}" type="datetimeFigureOut">
              <a:rPr lang="fr-CA" smtClean="0"/>
              <a:t>2025-06-11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68028A-40F8-96D4-D9D2-FA18A1B1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A643FE-3088-34D8-DCA8-1D318211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D33B-3F99-4A1B-A9FE-6F7DFBD7AA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154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42F592-E296-FBA2-D0E3-36ABCBDFF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0A9549C-94EF-E979-F5EC-A73ECE40D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6815F36-07C8-7E59-8A80-F8C4F66DC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701B60-1809-761C-0477-FE2FDCC28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993F-1455-442D-A945-327DB8578E30}" type="datetimeFigureOut">
              <a:rPr lang="fr-CA" smtClean="0"/>
              <a:t>2025-06-11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42D423-0D09-800F-9B64-DFB635649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59EAFAE-C56F-3FEB-4784-154FE81C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D33B-3F99-4A1B-A9FE-6F7DFBD7AA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35372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82A7A0-87CF-A5C0-0E42-63FC8C2A6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F65E4D-8901-6800-9763-C5166CB84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57F230-1E04-96A8-8793-72D2B5B0A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993F-1455-442D-A945-327DB8578E30}" type="datetimeFigureOut">
              <a:rPr lang="fr-CA" smtClean="0"/>
              <a:t>2025-06-11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A56C69-CCBD-BD9E-2289-66984AD38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0FD7D2-F1F3-5525-D732-70444C8F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D33B-3F99-4A1B-A9FE-6F7DFBD7AA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5494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232E1E9-B63F-B741-CD54-CE009FBC6A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7DB0033-978F-1B16-2998-F9033531D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7B6D91-A3C1-5520-C78E-15B8C2053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993F-1455-442D-A945-327DB8578E30}" type="datetimeFigureOut">
              <a:rPr lang="fr-CA" smtClean="0"/>
              <a:t>2025-06-11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04E7E8-6C93-020B-AF2B-9E149BAB8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5143B7-C1A2-7C6E-189E-30F6ADC0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D33B-3F99-4A1B-A9FE-6F7DFBD7AA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34449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840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A1A2B1-2FE8-E5C3-F0BD-A0B3E3446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BA52A3-9BA6-8E49-5912-93F618D55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B6FB95-5EEF-E226-A63D-4BF0EDE669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E0993F-1455-442D-A945-327DB8578E30}" type="datetimeFigureOut">
              <a:rPr lang="fr-CA" smtClean="0"/>
              <a:t>2025-06-11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5DD12E-9035-779E-5531-92F317F21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18ABEA-A6B8-77B9-A6EF-533DA6569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FD33B-3F99-4A1B-A9FE-6F7DFBD7AA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3922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5FDC0-4360-C826-B614-B3D4A2E3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2">
            <a:extLst>
              <a:ext uri="{FF2B5EF4-FFF2-40B4-BE49-F238E27FC236}">
                <a16:creationId xmlns:a16="http://schemas.microsoft.com/office/drawing/2014/main" id="{33E4FC30-C829-20CB-CABA-7AA317043E9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34118" y="456820"/>
            <a:ext cx="609249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5400" b="1" dirty="0">
                <a:solidFill>
                  <a:srgbClr val="1447AB"/>
                </a:solidFill>
                <a:latin typeface="Nunito" pitchFamily="2" charset="0"/>
              </a:rPr>
              <a:t>Concours magasin</a:t>
            </a:r>
          </a:p>
          <a:p>
            <a:pPr algn="ctr"/>
            <a:r>
              <a:rPr lang="fr-CA" b="1" dirty="0">
                <a:solidFill>
                  <a:srgbClr val="1447AB"/>
                </a:solidFill>
                <a:effectLst/>
                <a:highlight>
                  <a:srgbClr val="FFFF00"/>
                </a:highlight>
                <a:latin typeface="Nunito" pitchFamily="2" charset="0"/>
              </a:rPr>
              <a:t>Visible seulement au</a:t>
            </a:r>
            <a:r>
              <a:rPr lang="fr-CA" b="1" dirty="0">
                <a:solidFill>
                  <a:srgbClr val="1447AB"/>
                </a:solidFill>
                <a:highlight>
                  <a:srgbClr val="FFFF00"/>
                </a:highlight>
                <a:latin typeface="Nunito" pitchFamily="2" charset="0"/>
              </a:rPr>
              <a:t>x gestionnaires</a:t>
            </a:r>
            <a:endParaRPr lang="id-ID" sz="1050" b="1" dirty="0">
              <a:solidFill>
                <a:srgbClr val="1447AB"/>
              </a:solidFill>
              <a:effectLst/>
              <a:highlight>
                <a:srgbClr val="FFFF00"/>
              </a:highlight>
              <a:latin typeface="Nunito" pitchFamily="2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775CCDA-7001-478E-4754-5B825361C971}"/>
              </a:ext>
            </a:extLst>
          </p:cNvPr>
          <p:cNvSpPr txBox="1"/>
          <p:nvPr/>
        </p:nvSpPr>
        <p:spPr>
          <a:xfrm>
            <a:off x="966027" y="1999975"/>
            <a:ext cx="10259946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Concours interne ‘’Meilleure croissance’’ – 1</a:t>
            </a:r>
            <a:r>
              <a:rPr lang="fr-CA" sz="2000" b="1" baseline="30000" dirty="0">
                <a:solidFill>
                  <a:srgbClr val="1447AB"/>
                </a:solidFill>
                <a:latin typeface="Nunito" pitchFamily="2" charset="0"/>
              </a:rPr>
              <a:t>er</a:t>
            </a: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 au 31 juillet 2025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b="1" dirty="0">
                <a:solidFill>
                  <a:srgbClr val="1447AB"/>
                </a:solidFill>
                <a:latin typeface="Nunito" pitchFamily="2" charset="0"/>
              </a:rPr>
              <a:t>5 prix totalisant 3600$!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fr-CA" dirty="0">
                <a:solidFill>
                  <a:srgbClr val="1447AB"/>
                </a:solidFill>
                <a:latin typeface="Nunito" pitchFamily="2" charset="0"/>
              </a:rPr>
              <a:t>4 prix seront décernés aux magasins ayant connus la meilleure croissance en juillet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fr-CA" dirty="0">
                <a:solidFill>
                  <a:srgbClr val="1447AB"/>
                </a:solidFill>
                <a:latin typeface="Nunito" pitchFamily="2" charset="0"/>
              </a:rPr>
              <a:t>1 prix sera décerné au magasin ayant le plus gros volume en juillet 2025</a:t>
            </a:r>
            <a:endParaRPr lang="fr-CA" b="1" dirty="0">
              <a:solidFill>
                <a:srgbClr val="1447AB"/>
              </a:solidFill>
              <a:latin typeface="Nunito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1447AB"/>
                </a:solidFill>
                <a:latin typeface="Nunito" pitchFamily="2" charset="0"/>
              </a:rPr>
              <a:t>Les magasins gagnants doivent avoir </a:t>
            </a:r>
            <a:r>
              <a:rPr lang="fr-CA" b="1" dirty="0">
                <a:solidFill>
                  <a:srgbClr val="1447AB"/>
                </a:solidFill>
                <a:latin typeface="Nunito" pitchFamily="2" charset="0"/>
              </a:rPr>
              <a:t>financé un minimum de 50 000$ </a:t>
            </a:r>
            <a:r>
              <a:rPr lang="fr-CA" dirty="0">
                <a:solidFill>
                  <a:srgbClr val="1447AB"/>
                </a:solidFill>
                <a:latin typeface="Nunito" pitchFamily="2" charset="0"/>
              </a:rPr>
              <a:t>du mois de juillet 2025 pour être éligible au concours.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1447AB"/>
                </a:solidFill>
                <a:latin typeface="Nunito" pitchFamily="2" charset="0"/>
              </a:rPr>
              <a:t>Les magasins qui auront connus la meilleure croissance de financement en juillet YTD donc juillet 2024 vs juillet 2025, se mériteront l’un des prix suivants: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fr-CA" dirty="0">
                <a:solidFill>
                  <a:srgbClr val="1447AB"/>
                </a:solidFill>
                <a:latin typeface="Nunito" pitchFamily="2" charset="0"/>
              </a:rPr>
              <a:t>1</a:t>
            </a:r>
            <a:r>
              <a:rPr lang="fr-CA" baseline="30000" dirty="0">
                <a:solidFill>
                  <a:srgbClr val="1447AB"/>
                </a:solidFill>
                <a:latin typeface="Nunito" pitchFamily="2" charset="0"/>
              </a:rPr>
              <a:t>er</a:t>
            </a:r>
            <a:r>
              <a:rPr lang="fr-CA" dirty="0">
                <a:solidFill>
                  <a:srgbClr val="1447AB"/>
                </a:solidFill>
                <a:latin typeface="Nunito" pitchFamily="2" charset="0"/>
              </a:rPr>
              <a:t> prix = 1000$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fr-CA" dirty="0">
                <a:solidFill>
                  <a:srgbClr val="1447AB"/>
                </a:solidFill>
                <a:latin typeface="Nunito" pitchFamily="2" charset="0"/>
              </a:rPr>
              <a:t>2</a:t>
            </a:r>
            <a:r>
              <a:rPr lang="fr-CA" baseline="30000" dirty="0">
                <a:solidFill>
                  <a:srgbClr val="1447AB"/>
                </a:solidFill>
                <a:latin typeface="Nunito" pitchFamily="2" charset="0"/>
              </a:rPr>
              <a:t>e</a:t>
            </a:r>
            <a:r>
              <a:rPr lang="fr-CA" dirty="0">
                <a:solidFill>
                  <a:srgbClr val="1447AB"/>
                </a:solidFill>
                <a:latin typeface="Nunito" pitchFamily="2" charset="0"/>
              </a:rPr>
              <a:t> prix=800$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fr-CA" dirty="0">
                <a:solidFill>
                  <a:srgbClr val="1447AB"/>
                </a:solidFill>
                <a:latin typeface="Nunito" pitchFamily="2" charset="0"/>
              </a:rPr>
              <a:t>3</a:t>
            </a:r>
            <a:r>
              <a:rPr lang="fr-CA" baseline="30000" dirty="0">
                <a:solidFill>
                  <a:srgbClr val="1447AB"/>
                </a:solidFill>
                <a:latin typeface="Nunito" pitchFamily="2" charset="0"/>
              </a:rPr>
              <a:t>e</a:t>
            </a:r>
            <a:r>
              <a:rPr lang="fr-CA" dirty="0">
                <a:solidFill>
                  <a:srgbClr val="1447AB"/>
                </a:solidFill>
                <a:latin typeface="Nunito" pitchFamily="2" charset="0"/>
              </a:rPr>
              <a:t> prix= 700$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fr-CA" dirty="0">
                <a:solidFill>
                  <a:srgbClr val="1447AB"/>
                </a:solidFill>
                <a:latin typeface="Nunito" pitchFamily="2" charset="0"/>
              </a:rPr>
              <a:t>4</a:t>
            </a:r>
            <a:r>
              <a:rPr lang="fr-CA" baseline="30000" dirty="0">
                <a:solidFill>
                  <a:srgbClr val="1447AB"/>
                </a:solidFill>
                <a:latin typeface="Nunito" pitchFamily="2" charset="0"/>
              </a:rPr>
              <a:t>e</a:t>
            </a:r>
            <a:r>
              <a:rPr lang="fr-CA" dirty="0">
                <a:solidFill>
                  <a:srgbClr val="1447AB"/>
                </a:solidFill>
                <a:latin typeface="Nunito" pitchFamily="2" charset="0"/>
              </a:rPr>
              <a:t> prix=600$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1447AB"/>
                </a:solidFill>
                <a:latin typeface="Nunito" pitchFamily="2" charset="0"/>
              </a:rPr>
              <a:t>1</a:t>
            </a:r>
            <a:r>
              <a:rPr lang="fr-CA" baseline="30000" dirty="0">
                <a:solidFill>
                  <a:srgbClr val="1447AB"/>
                </a:solidFill>
                <a:latin typeface="Nunito" pitchFamily="2" charset="0"/>
              </a:rPr>
              <a:t>er</a:t>
            </a:r>
            <a:r>
              <a:rPr lang="fr-CA" dirty="0">
                <a:solidFill>
                  <a:srgbClr val="1447AB"/>
                </a:solidFill>
                <a:latin typeface="Nunito" pitchFamily="2" charset="0"/>
              </a:rPr>
              <a:t> prix ‘’Plus gros volume’’=500$</a:t>
            </a:r>
          </a:p>
          <a:p>
            <a:endParaRPr lang="fr-CA" dirty="0">
              <a:solidFill>
                <a:srgbClr val="1447AB"/>
              </a:solidFill>
              <a:latin typeface="Nunito" pitchFamily="2" charset="0"/>
            </a:endParaRPr>
          </a:p>
        </p:txBody>
      </p:sp>
      <p:pic>
        <p:nvPicPr>
          <p:cNvPr id="2050" name="Picture 2" descr="Images de Trophee – Téléchargement gratuit sur Freepik">
            <a:extLst>
              <a:ext uri="{FF2B5EF4-FFF2-40B4-BE49-F238E27FC236}">
                <a16:creationId xmlns:a16="http://schemas.microsoft.com/office/drawing/2014/main" id="{AD082F45-0A99-52D0-BE68-22443B45E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7882" y="87488"/>
            <a:ext cx="1931759" cy="1931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31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F62C42B-4DB9-4329-869F-988DC2E4106B}"/>
</file>

<file path=customXml/itemProps2.xml><?xml version="1.0" encoding="utf-8"?>
<ds:datastoreItem xmlns:ds="http://schemas.openxmlformats.org/officeDocument/2006/customXml" ds:itemID="{50A74B45-3D6E-459F-96BB-18DACE2DFA01}"/>
</file>

<file path=customXml/itemProps3.xml><?xml version="1.0" encoding="utf-8"?>
<ds:datastoreItem xmlns:ds="http://schemas.openxmlformats.org/officeDocument/2006/customXml" ds:itemID="{349D3C05-1DCE-4D97-8CDC-2C20982649F3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129</Words>
  <Application>Microsoft Office PowerPoint</Application>
  <PresentationFormat>Grand écran</PresentationFormat>
  <Paragraphs>13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Nunito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Veronique Dion</dc:creator>
  <cp:lastModifiedBy>Veronique Dion</cp:lastModifiedBy>
  <cp:revision>1</cp:revision>
  <dcterms:created xsi:type="dcterms:W3CDTF">2025-06-11T15:37:23Z</dcterms:created>
  <dcterms:modified xsi:type="dcterms:W3CDTF">2025-06-11T15:43:01Z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</Properties>
</file>