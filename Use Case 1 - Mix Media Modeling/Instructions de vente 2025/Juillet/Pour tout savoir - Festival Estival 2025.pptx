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36.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3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38.xml" ContentType="application/vnd.openxmlformats-officedocument.presentationml.tags+xml"/>
  <Override PartName="/ppt/tags/tag39.xml" ContentType="application/vnd.openxmlformats-officedocument.presentationml.tags+xml"/>
  <Override PartName="/ppt/tags/tag21.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35.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8.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84" r:id="rId2"/>
    <p:sldId id="276" r:id="rId3"/>
    <p:sldId id="282" r:id="rId4"/>
    <p:sldId id="286" r:id="rId5"/>
    <p:sldId id="277" r:id="rId6"/>
    <p:sldId id="289" r:id="rId7"/>
    <p:sldId id="293" r:id="rId8"/>
    <p:sldId id="281" r:id="rId9"/>
    <p:sldId id="294" r:id="rId10"/>
    <p:sldId id="279" r:id="rId11"/>
    <p:sldId id="290" r:id="rId12"/>
    <p:sldId id="295" r:id="rId13"/>
    <p:sldId id="280" r:id="rId14"/>
    <p:sldId id="291" r:id="rId15"/>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47AB"/>
    <a:srgbClr val="0F6FC6"/>
    <a:srgbClr val="F0F000"/>
    <a:srgbClr val="0837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39" autoAdjust="0"/>
    <p:restoredTop sz="92053" autoAdjust="0"/>
  </p:normalViewPr>
  <p:slideViewPr>
    <p:cSldViewPr snapToGrid="0" showGuides="1">
      <p:cViewPr varScale="1">
        <p:scale>
          <a:sx n="102" d="100"/>
          <a:sy n="102" d="100"/>
        </p:scale>
        <p:origin x="1404" y="96"/>
      </p:cViewPr>
      <p:guideLst>
        <p:guide orient="horz" pos="2137"/>
        <p:guide pos="3840"/>
      </p:guideLst>
    </p:cSldViewPr>
  </p:slideViewPr>
  <p:notesTextViewPr>
    <p:cViewPr>
      <p:scale>
        <a:sx n="85" d="100"/>
        <a:sy n="85" d="100"/>
      </p:scale>
      <p:origin x="0" y="0"/>
    </p:cViewPr>
  </p:notesTextViewPr>
  <p:notesViewPr>
    <p:cSldViewPr snapToGrid="0" showGuides="1">
      <p:cViewPr varScale="1">
        <p:scale>
          <a:sx n="67" d="100"/>
          <a:sy n="67" d="100"/>
        </p:scale>
        <p:origin x="274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F201B7-8C63-4F3B-BAE9-FFE83E88E175}" type="datetimeFigureOut">
              <a:rPr lang="id-ID" smtClean="0"/>
              <a:t>12/06/2025</a:t>
            </a:fld>
            <a:endParaRPr lang="id-ID"/>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870904-4FCC-4634-BD1B-931D5AE4AB26}" type="slidenum">
              <a:rPr lang="id-ID" smtClean="0"/>
              <a:t>‹N°›</a:t>
            </a:fld>
            <a:endParaRPr lang="id-ID"/>
          </a:p>
        </p:txBody>
      </p:sp>
    </p:spTree>
    <p:extLst>
      <p:ext uri="{BB962C8B-B14F-4D97-AF65-F5344CB8AC3E}">
        <p14:creationId xmlns:p14="http://schemas.microsoft.com/office/powerpoint/2010/main" val="245213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C52B1C-0742-43B6-B58E-B7F5AF846E0A}" type="datetimeFigureOut">
              <a:rPr lang="id-ID" smtClean="0"/>
              <a:t>12/06/2025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11A47-1AD5-4A18-8A28-A0FE647CE3F7}" type="slidenum">
              <a:rPr lang="id-ID" smtClean="0"/>
              <a:t>‹N°›</a:t>
            </a:fld>
            <a:endParaRPr lang="id-ID"/>
          </a:p>
        </p:txBody>
      </p:sp>
    </p:spTree>
    <p:extLst>
      <p:ext uri="{BB962C8B-B14F-4D97-AF65-F5344CB8AC3E}">
        <p14:creationId xmlns:p14="http://schemas.microsoft.com/office/powerpoint/2010/main" val="3600846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5111A47-1AD5-4A18-8A28-A0FE647CE3F7}" type="slidenum">
              <a:rPr lang="id-ID" smtClean="0"/>
              <a:t>9</a:t>
            </a:fld>
            <a:endParaRPr lang="id-ID"/>
          </a:p>
        </p:txBody>
      </p:sp>
    </p:spTree>
    <p:extLst>
      <p:ext uri="{BB962C8B-B14F-4D97-AF65-F5344CB8AC3E}">
        <p14:creationId xmlns:p14="http://schemas.microsoft.com/office/powerpoint/2010/main" val="4024402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1999" cy="6858000"/>
          </a:xfrm>
          <a:prstGeom prst="rect">
            <a:avLst/>
          </a:prstGeom>
        </p:spPr>
        <p:txBody>
          <a:bodyPr/>
          <a:lstStyle/>
          <a:p>
            <a:endParaRPr lang="id-ID"/>
          </a:p>
        </p:txBody>
      </p:sp>
    </p:spTree>
    <p:extLst>
      <p:ext uri="{BB962C8B-B14F-4D97-AF65-F5344CB8AC3E}">
        <p14:creationId xmlns:p14="http://schemas.microsoft.com/office/powerpoint/2010/main" val="224040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312821" y="276726"/>
            <a:ext cx="11562348" cy="6304547"/>
          </a:xfrm>
          <a:prstGeom prst="rect">
            <a:avLst/>
          </a:prstGeom>
        </p:spPr>
        <p:txBody>
          <a:bodyPr/>
          <a:lstStyle/>
          <a:p>
            <a:endParaRPr lang="id-ID"/>
          </a:p>
        </p:txBody>
      </p:sp>
    </p:spTree>
    <p:extLst>
      <p:ext uri="{BB962C8B-B14F-4D97-AF65-F5344CB8AC3E}">
        <p14:creationId xmlns:p14="http://schemas.microsoft.com/office/powerpoint/2010/main" val="284206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6096000" y="0"/>
            <a:ext cx="6095999" cy="6858000"/>
          </a:xfrm>
          <a:prstGeom prst="rect">
            <a:avLst/>
          </a:prstGeom>
        </p:spPr>
        <p:txBody>
          <a:bodyPr/>
          <a:lstStyle/>
          <a:p>
            <a:endParaRPr lang="id-ID"/>
          </a:p>
        </p:txBody>
      </p:sp>
    </p:spTree>
    <p:extLst>
      <p:ext uri="{BB962C8B-B14F-4D97-AF65-F5344CB8AC3E}">
        <p14:creationId xmlns:p14="http://schemas.microsoft.com/office/powerpoint/2010/main" val="303160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6096000" y="0"/>
            <a:ext cx="6095999" cy="3429000"/>
          </a:xfrm>
          <a:prstGeom prst="rect">
            <a:avLst/>
          </a:prstGeom>
        </p:spPr>
        <p:txBody>
          <a:bodyPr/>
          <a:lstStyle/>
          <a:p>
            <a:endParaRPr lang="id-ID"/>
          </a:p>
        </p:txBody>
      </p:sp>
      <p:sp>
        <p:nvSpPr>
          <p:cNvPr id="3" name="Picture Placeholder 7"/>
          <p:cNvSpPr>
            <a:spLocks noGrp="1"/>
          </p:cNvSpPr>
          <p:nvPr>
            <p:ph type="pic" sz="quarter" idx="11"/>
          </p:nvPr>
        </p:nvSpPr>
        <p:spPr>
          <a:xfrm>
            <a:off x="6096000" y="3429000"/>
            <a:ext cx="6095999" cy="3429000"/>
          </a:xfrm>
          <a:prstGeom prst="rect">
            <a:avLst/>
          </a:prstGeom>
        </p:spPr>
        <p:txBody>
          <a:bodyPr/>
          <a:lstStyle/>
          <a:p>
            <a:endParaRPr lang="id-ID"/>
          </a:p>
        </p:txBody>
      </p:sp>
    </p:spTree>
    <p:extLst>
      <p:ext uri="{BB962C8B-B14F-4D97-AF65-F5344CB8AC3E}">
        <p14:creationId xmlns:p14="http://schemas.microsoft.com/office/powerpoint/2010/main" val="227697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0" y="0"/>
            <a:ext cx="6096000" cy="6858000"/>
          </a:xfrm>
          <a:prstGeom prst="rect">
            <a:avLst/>
          </a:prstGeom>
        </p:spPr>
        <p:txBody>
          <a:bodyPr/>
          <a:lstStyle/>
          <a:p>
            <a:endParaRPr lang="id-ID"/>
          </a:p>
        </p:txBody>
      </p:sp>
    </p:spTree>
    <p:extLst>
      <p:ext uri="{BB962C8B-B14F-4D97-AF65-F5344CB8AC3E}">
        <p14:creationId xmlns:p14="http://schemas.microsoft.com/office/powerpoint/2010/main" val="39961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844379" y="759940"/>
            <a:ext cx="4744995" cy="5338119"/>
          </a:xfrm>
          <a:prstGeom prst="rect">
            <a:avLst/>
          </a:prstGeom>
        </p:spPr>
        <p:txBody>
          <a:bodyPr/>
          <a:lstStyle/>
          <a:p>
            <a:endParaRPr lang="id-ID" dirty="0"/>
          </a:p>
        </p:txBody>
      </p:sp>
    </p:spTree>
    <p:extLst>
      <p:ext uri="{BB962C8B-B14F-4D97-AF65-F5344CB8AC3E}">
        <p14:creationId xmlns:p14="http://schemas.microsoft.com/office/powerpoint/2010/main" val="316197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279924" y="4155300"/>
            <a:ext cx="1852232" cy="1850585"/>
          </a:xfrm>
          <a:prstGeom prst="rect">
            <a:avLst/>
          </a:prstGeom>
        </p:spPr>
        <p:txBody>
          <a:bodyPr/>
          <a:lstStyle/>
          <a:p>
            <a:endParaRPr lang="id-ID"/>
          </a:p>
        </p:txBody>
      </p:sp>
      <p:sp>
        <p:nvSpPr>
          <p:cNvPr id="4" name="Picture Placeholder 2"/>
          <p:cNvSpPr>
            <a:spLocks noGrp="1"/>
          </p:cNvSpPr>
          <p:nvPr>
            <p:ph type="pic" sz="quarter" idx="11"/>
          </p:nvPr>
        </p:nvSpPr>
        <p:spPr>
          <a:xfrm>
            <a:off x="7303040" y="4155300"/>
            <a:ext cx="1852232" cy="1850585"/>
          </a:xfrm>
          <a:prstGeom prst="rect">
            <a:avLst/>
          </a:prstGeom>
        </p:spPr>
        <p:txBody>
          <a:bodyPr/>
          <a:lstStyle/>
          <a:p>
            <a:endParaRPr lang="id-ID"/>
          </a:p>
        </p:txBody>
      </p:sp>
      <p:sp>
        <p:nvSpPr>
          <p:cNvPr id="5" name="Picture Placeholder 2"/>
          <p:cNvSpPr>
            <a:spLocks noGrp="1"/>
          </p:cNvSpPr>
          <p:nvPr>
            <p:ph type="pic" sz="quarter" idx="12"/>
          </p:nvPr>
        </p:nvSpPr>
        <p:spPr>
          <a:xfrm>
            <a:off x="0" y="-1"/>
            <a:ext cx="12192000" cy="3052119"/>
          </a:xfrm>
          <a:prstGeom prst="rect">
            <a:avLst/>
          </a:prstGeom>
        </p:spPr>
        <p:txBody>
          <a:bodyPr/>
          <a:lstStyle/>
          <a:p>
            <a:endParaRPr lang="id-ID"/>
          </a:p>
        </p:txBody>
      </p:sp>
    </p:spTree>
    <p:extLst>
      <p:ext uri="{BB962C8B-B14F-4D97-AF65-F5344CB8AC3E}">
        <p14:creationId xmlns:p14="http://schemas.microsoft.com/office/powerpoint/2010/main" val="407207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609401" y="0"/>
            <a:ext cx="5582599" cy="6858000"/>
          </a:xfrm>
          <a:prstGeom prst="rect">
            <a:avLst/>
          </a:prstGeom>
        </p:spPr>
        <p:txBody>
          <a:bodyPr/>
          <a:lstStyle/>
          <a:p>
            <a:endParaRPr lang="id-ID"/>
          </a:p>
        </p:txBody>
      </p:sp>
    </p:spTree>
    <p:extLst>
      <p:ext uri="{BB962C8B-B14F-4D97-AF65-F5344CB8AC3E}">
        <p14:creationId xmlns:p14="http://schemas.microsoft.com/office/powerpoint/2010/main" val="393904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0" y="0"/>
            <a:ext cx="12192000" cy="3024554"/>
          </a:xfrm>
          <a:prstGeom prst="rect">
            <a:avLst/>
          </a:prstGeom>
        </p:spPr>
        <p:txBody>
          <a:bodyPr/>
          <a:lstStyle/>
          <a:p>
            <a:endParaRPr lang="id-ID"/>
          </a:p>
        </p:txBody>
      </p:sp>
    </p:spTree>
    <p:extLst>
      <p:ext uri="{BB962C8B-B14F-4D97-AF65-F5344CB8AC3E}">
        <p14:creationId xmlns:p14="http://schemas.microsoft.com/office/powerpoint/2010/main" val="292387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3" name="Rectangle 2"/>
          <p:cNvSpPr/>
          <p:nvPr userDrawn="1"/>
        </p:nvSpPr>
        <p:spPr>
          <a:xfrm>
            <a:off x="0" y="-87690"/>
            <a:ext cx="6096000" cy="3909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 name="Picture Placeholder 4"/>
          <p:cNvSpPr>
            <a:spLocks noGrp="1"/>
          </p:cNvSpPr>
          <p:nvPr>
            <p:ph type="pic" sz="quarter" idx="11"/>
          </p:nvPr>
        </p:nvSpPr>
        <p:spPr>
          <a:xfrm>
            <a:off x="1295472" y="2083894"/>
            <a:ext cx="3505056" cy="3505056"/>
          </a:xfrm>
          <a:prstGeom prst="ellipse">
            <a:avLst/>
          </a:prstGeom>
        </p:spPr>
        <p:txBody>
          <a:bodyPr/>
          <a:lstStyle/>
          <a:p>
            <a:endParaRPr lang="id-ID"/>
          </a:p>
        </p:txBody>
      </p:sp>
      <p:sp>
        <p:nvSpPr>
          <p:cNvPr id="4" name="Picture Placeholder 18"/>
          <p:cNvSpPr>
            <a:spLocks noGrp="1"/>
          </p:cNvSpPr>
          <p:nvPr>
            <p:ph type="pic" sz="quarter" idx="10"/>
          </p:nvPr>
        </p:nvSpPr>
        <p:spPr>
          <a:xfrm>
            <a:off x="6563638" y="388307"/>
            <a:ext cx="5135672" cy="2630466"/>
          </a:xfrm>
          <a:prstGeom prst="rect">
            <a:avLst/>
          </a:prstGeom>
        </p:spPr>
        <p:txBody>
          <a:bodyPr/>
          <a:lstStyle/>
          <a:p>
            <a:endParaRPr lang="id-ID"/>
          </a:p>
        </p:txBody>
      </p:sp>
      <p:sp>
        <p:nvSpPr>
          <p:cNvPr id="6" name="Picture Placeholder 18"/>
          <p:cNvSpPr>
            <a:spLocks noGrp="1"/>
          </p:cNvSpPr>
          <p:nvPr>
            <p:ph type="pic" sz="quarter" idx="12"/>
          </p:nvPr>
        </p:nvSpPr>
        <p:spPr>
          <a:xfrm>
            <a:off x="6563638" y="3133848"/>
            <a:ext cx="5135672" cy="2630466"/>
          </a:xfrm>
          <a:prstGeom prst="rect">
            <a:avLst/>
          </a:prstGeom>
        </p:spPr>
        <p:txBody>
          <a:bodyPr/>
          <a:lstStyle/>
          <a:p>
            <a:endParaRPr lang="id-ID"/>
          </a:p>
        </p:txBody>
      </p:sp>
    </p:spTree>
    <p:extLst>
      <p:ext uri="{BB962C8B-B14F-4D97-AF65-F5344CB8AC3E}">
        <p14:creationId xmlns:p14="http://schemas.microsoft.com/office/powerpoint/2010/main" val="125335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Rectangle 4"/>
          <p:cNvSpPr/>
          <p:nvPr userDrawn="1"/>
        </p:nvSpPr>
        <p:spPr>
          <a:xfrm>
            <a:off x="0" y="1"/>
            <a:ext cx="7397262" cy="69310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3" name="Picture Placeholder 2"/>
          <p:cNvSpPr>
            <a:spLocks noGrp="1"/>
          </p:cNvSpPr>
          <p:nvPr>
            <p:ph type="pic" sz="quarter" idx="10"/>
          </p:nvPr>
        </p:nvSpPr>
        <p:spPr>
          <a:xfrm>
            <a:off x="6317252" y="818419"/>
            <a:ext cx="2160019" cy="2160019"/>
          </a:xfrm>
          <a:prstGeom prst="ellipse">
            <a:avLst/>
          </a:prstGeom>
        </p:spPr>
        <p:txBody>
          <a:bodyPr/>
          <a:lstStyle/>
          <a:p>
            <a:endParaRPr lang="id-ID"/>
          </a:p>
        </p:txBody>
      </p:sp>
      <p:sp>
        <p:nvSpPr>
          <p:cNvPr id="4" name="Picture Placeholder 2"/>
          <p:cNvSpPr>
            <a:spLocks noGrp="1"/>
          </p:cNvSpPr>
          <p:nvPr>
            <p:ph type="pic" sz="quarter" idx="11"/>
          </p:nvPr>
        </p:nvSpPr>
        <p:spPr>
          <a:xfrm>
            <a:off x="6317252" y="3796855"/>
            <a:ext cx="2160019" cy="2160019"/>
          </a:xfrm>
          <a:prstGeom prst="ellipse">
            <a:avLst/>
          </a:prstGeom>
        </p:spPr>
        <p:txBody>
          <a:bodyPr/>
          <a:lstStyle/>
          <a:p>
            <a:endParaRPr lang="id-ID" dirty="0"/>
          </a:p>
        </p:txBody>
      </p:sp>
    </p:spTree>
    <p:extLst>
      <p:ext uri="{BB962C8B-B14F-4D97-AF65-F5344CB8AC3E}">
        <p14:creationId xmlns:p14="http://schemas.microsoft.com/office/powerpoint/2010/main" val="187560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5" name="Rectangle 4"/>
          <p:cNvSpPr/>
          <p:nvPr userDrawn="1"/>
        </p:nvSpPr>
        <p:spPr>
          <a:xfrm>
            <a:off x="574764" y="561703"/>
            <a:ext cx="6522051" cy="57737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6" name="Picture Placeholder 18"/>
          <p:cNvSpPr>
            <a:spLocks noGrp="1"/>
          </p:cNvSpPr>
          <p:nvPr>
            <p:ph type="pic" sz="quarter" idx="10"/>
          </p:nvPr>
        </p:nvSpPr>
        <p:spPr>
          <a:xfrm>
            <a:off x="975340" y="937362"/>
            <a:ext cx="9718805" cy="4977924"/>
          </a:xfrm>
          <a:prstGeom prst="rect">
            <a:avLst/>
          </a:prstGeom>
        </p:spPr>
        <p:txBody>
          <a:bodyPr/>
          <a:lstStyle/>
          <a:p>
            <a:endParaRPr lang="id-ID"/>
          </a:p>
        </p:txBody>
      </p:sp>
    </p:spTree>
    <p:extLst>
      <p:ext uri="{BB962C8B-B14F-4D97-AF65-F5344CB8AC3E}">
        <p14:creationId xmlns:p14="http://schemas.microsoft.com/office/powerpoint/2010/main" val="1057929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6" name="Picture Placeholder 18"/>
          <p:cNvSpPr>
            <a:spLocks noGrp="1"/>
          </p:cNvSpPr>
          <p:nvPr>
            <p:ph type="pic" sz="quarter" idx="10"/>
          </p:nvPr>
        </p:nvSpPr>
        <p:spPr>
          <a:xfrm>
            <a:off x="361386" y="-1"/>
            <a:ext cx="11473563" cy="6518367"/>
          </a:xfrm>
          <a:prstGeom prst="rect">
            <a:avLst/>
          </a:prstGeom>
        </p:spPr>
        <p:txBody>
          <a:bodyPr/>
          <a:lstStyle/>
          <a:p>
            <a:endParaRPr lang="id-ID"/>
          </a:p>
        </p:txBody>
      </p:sp>
    </p:spTree>
    <p:extLst>
      <p:ext uri="{BB962C8B-B14F-4D97-AF65-F5344CB8AC3E}">
        <p14:creationId xmlns:p14="http://schemas.microsoft.com/office/powerpoint/2010/main" val="197076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6" name="Picture Placeholder 18"/>
          <p:cNvSpPr>
            <a:spLocks noGrp="1"/>
          </p:cNvSpPr>
          <p:nvPr>
            <p:ph type="pic" sz="quarter" idx="10"/>
          </p:nvPr>
        </p:nvSpPr>
        <p:spPr>
          <a:xfrm>
            <a:off x="0" y="1714499"/>
            <a:ext cx="11639005" cy="3429001"/>
          </a:xfrm>
          <a:prstGeom prst="rect">
            <a:avLst/>
          </a:prstGeom>
        </p:spPr>
        <p:txBody>
          <a:bodyPr/>
          <a:lstStyle/>
          <a:p>
            <a:endParaRPr lang="id-ID"/>
          </a:p>
        </p:txBody>
      </p:sp>
    </p:spTree>
    <p:extLst>
      <p:ext uri="{BB962C8B-B14F-4D97-AF65-F5344CB8AC3E}">
        <p14:creationId xmlns:p14="http://schemas.microsoft.com/office/powerpoint/2010/main" val="227372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126073" y="2891791"/>
            <a:ext cx="1645920" cy="1645918"/>
          </a:xfrm>
          <a:prstGeom prst="ellipse">
            <a:avLst/>
          </a:prstGeom>
        </p:spPr>
        <p:txBody>
          <a:bodyPr/>
          <a:lstStyle/>
          <a:p>
            <a:endParaRPr lang="id-ID" dirty="0"/>
          </a:p>
        </p:txBody>
      </p:sp>
      <p:sp>
        <p:nvSpPr>
          <p:cNvPr id="4" name="Picture Placeholder 2"/>
          <p:cNvSpPr>
            <a:spLocks noGrp="1"/>
          </p:cNvSpPr>
          <p:nvPr>
            <p:ph type="pic" sz="quarter" idx="11"/>
          </p:nvPr>
        </p:nvSpPr>
        <p:spPr>
          <a:xfrm>
            <a:off x="5273040" y="2891791"/>
            <a:ext cx="1645920" cy="1645918"/>
          </a:xfrm>
          <a:prstGeom prst="ellipse">
            <a:avLst/>
          </a:prstGeom>
        </p:spPr>
        <p:txBody>
          <a:bodyPr/>
          <a:lstStyle/>
          <a:p>
            <a:endParaRPr lang="id-ID" dirty="0"/>
          </a:p>
        </p:txBody>
      </p:sp>
      <p:sp>
        <p:nvSpPr>
          <p:cNvPr id="5" name="Picture Placeholder 2"/>
          <p:cNvSpPr>
            <a:spLocks noGrp="1"/>
          </p:cNvSpPr>
          <p:nvPr>
            <p:ph type="pic" sz="quarter" idx="12"/>
          </p:nvPr>
        </p:nvSpPr>
        <p:spPr>
          <a:xfrm>
            <a:off x="8420007" y="2891791"/>
            <a:ext cx="1645920" cy="1645918"/>
          </a:xfrm>
          <a:prstGeom prst="ellipse">
            <a:avLst/>
          </a:prstGeom>
        </p:spPr>
        <p:txBody>
          <a:bodyPr/>
          <a:lstStyle/>
          <a:p>
            <a:endParaRPr lang="id-ID"/>
          </a:p>
        </p:txBody>
      </p:sp>
    </p:spTree>
    <p:extLst>
      <p:ext uri="{BB962C8B-B14F-4D97-AF65-F5344CB8AC3E}">
        <p14:creationId xmlns:p14="http://schemas.microsoft.com/office/powerpoint/2010/main" val="37325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70712" y="2712176"/>
            <a:ext cx="2077357" cy="2077357"/>
          </a:xfrm>
          <a:prstGeom prst="ellipse">
            <a:avLst/>
          </a:prstGeom>
        </p:spPr>
        <p:txBody>
          <a:bodyPr/>
          <a:lstStyle/>
          <a:p>
            <a:endParaRPr lang="id-ID" dirty="0"/>
          </a:p>
        </p:txBody>
      </p:sp>
      <p:sp>
        <p:nvSpPr>
          <p:cNvPr id="4" name="Picture Placeholder 2"/>
          <p:cNvSpPr>
            <a:spLocks noGrp="1"/>
          </p:cNvSpPr>
          <p:nvPr>
            <p:ph type="pic" sz="quarter" idx="11"/>
          </p:nvPr>
        </p:nvSpPr>
        <p:spPr>
          <a:xfrm>
            <a:off x="3802911" y="2712176"/>
            <a:ext cx="2077357" cy="2077357"/>
          </a:xfrm>
          <a:prstGeom prst="ellipse">
            <a:avLst/>
          </a:prstGeom>
        </p:spPr>
        <p:txBody>
          <a:bodyPr/>
          <a:lstStyle/>
          <a:p>
            <a:endParaRPr lang="id-ID"/>
          </a:p>
        </p:txBody>
      </p:sp>
      <p:sp>
        <p:nvSpPr>
          <p:cNvPr id="5" name="Picture Placeholder 2"/>
          <p:cNvSpPr>
            <a:spLocks noGrp="1"/>
          </p:cNvSpPr>
          <p:nvPr>
            <p:ph type="pic" sz="quarter" idx="12"/>
          </p:nvPr>
        </p:nvSpPr>
        <p:spPr>
          <a:xfrm>
            <a:off x="6335109" y="2712176"/>
            <a:ext cx="2077357" cy="2077357"/>
          </a:xfrm>
          <a:prstGeom prst="ellipse">
            <a:avLst/>
          </a:prstGeom>
        </p:spPr>
        <p:txBody>
          <a:bodyPr/>
          <a:lstStyle/>
          <a:p>
            <a:endParaRPr lang="id-ID"/>
          </a:p>
        </p:txBody>
      </p:sp>
      <p:sp>
        <p:nvSpPr>
          <p:cNvPr id="6" name="Picture Placeholder 2"/>
          <p:cNvSpPr>
            <a:spLocks noGrp="1"/>
          </p:cNvSpPr>
          <p:nvPr>
            <p:ph type="pic" sz="quarter" idx="13"/>
          </p:nvPr>
        </p:nvSpPr>
        <p:spPr>
          <a:xfrm>
            <a:off x="8867308" y="2712176"/>
            <a:ext cx="2077357" cy="2077357"/>
          </a:xfrm>
          <a:prstGeom prst="ellipse">
            <a:avLst/>
          </a:prstGeom>
        </p:spPr>
        <p:txBody>
          <a:bodyPr/>
          <a:lstStyle/>
          <a:p>
            <a:endParaRPr lang="id-ID"/>
          </a:p>
        </p:txBody>
      </p:sp>
    </p:spTree>
    <p:extLst>
      <p:ext uri="{BB962C8B-B14F-4D97-AF65-F5344CB8AC3E}">
        <p14:creationId xmlns:p14="http://schemas.microsoft.com/office/powerpoint/2010/main" val="7671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1863137" cy="6533147"/>
          </a:xfrm>
          <a:prstGeom prst="rect">
            <a:avLst/>
          </a:prstGeom>
        </p:spPr>
        <p:txBody>
          <a:bodyPr/>
          <a:lstStyle/>
          <a:p>
            <a:endParaRPr lang="id-ID"/>
          </a:p>
        </p:txBody>
      </p:sp>
    </p:spTree>
    <p:extLst>
      <p:ext uri="{BB962C8B-B14F-4D97-AF65-F5344CB8AC3E}">
        <p14:creationId xmlns:p14="http://schemas.microsoft.com/office/powerpoint/2010/main" val="357045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0" y="2540000"/>
            <a:ext cx="6096000" cy="4318000"/>
          </a:xfrm>
          <a:prstGeom prst="rect">
            <a:avLst/>
          </a:prstGeom>
        </p:spPr>
        <p:txBody>
          <a:bodyPr/>
          <a:lstStyle/>
          <a:p>
            <a:endParaRPr lang="id-ID"/>
          </a:p>
        </p:txBody>
      </p:sp>
    </p:spTree>
    <p:extLst>
      <p:ext uri="{BB962C8B-B14F-4D97-AF65-F5344CB8AC3E}">
        <p14:creationId xmlns:p14="http://schemas.microsoft.com/office/powerpoint/2010/main" val="321667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2495550"/>
            <a:ext cx="6096000" cy="4362450"/>
          </a:xfrm>
          <a:prstGeom prst="rect">
            <a:avLst/>
          </a:prstGeom>
        </p:spPr>
        <p:txBody>
          <a:bodyPr/>
          <a:lstStyle/>
          <a:p>
            <a:endParaRPr lang="id-ID"/>
          </a:p>
        </p:txBody>
      </p:sp>
    </p:spTree>
    <p:extLst>
      <p:ext uri="{BB962C8B-B14F-4D97-AF65-F5344CB8AC3E}">
        <p14:creationId xmlns:p14="http://schemas.microsoft.com/office/powerpoint/2010/main" val="143115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3" name="Rectangle 2"/>
          <p:cNvSpPr/>
          <p:nvPr userDrawn="1"/>
        </p:nvSpPr>
        <p:spPr>
          <a:xfrm>
            <a:off x="0" y="0"/>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4" name="Picture Placeholder 3"/>
          <p:cNvSpPr>
            <a:spLocks noGrp="1"/>
          </p:cNvSpPr>
          <p:nvPr>
            <p:ph type="pic" sz="quarter" idx="11"/>
          </p:nvPr>
        </p:nvSpPr>
        <p:spPr>
          <a:xfrm>
            <a:off x="4576837" y="842740"/>
            <a:ext cx="3038326" cy="3038326"/>
          </a:xfrm>
          <a:prstGeom prst="ellipse">
            <a:avLst/>
          </a:prstGeom>
        </p:spPr>
        <p:txBody>
          <a:bodyPr/>
          <a:lstStyle/>
          <a:p>
            <a:endParaRPr lang="id-ID"/>
          </a:p>
        </p:txBody>
      </p:sp>
    </p:spTree>
    <p:extLst>
      <p:ext uri="{BB962C8B-B14F-4D97-AF65-F5344CB8AC3E}">
        <p14:creationId xmlns:p14="http://schemas.microsoft.com/office/powerpoint/2010/main" val="319975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0" y="0"/>
            <a:ext cx="6096000" cy="6858001"/>
          </a:xfrm>
          <a:prstGeom prst="rect">
            <a:avLst/>
          </a:prstGeom>
        </p:spPr>
        <p:txBody>
          <a:bodyPr/>
          <a:lstStyle/>
          <a:p>
            <a:endParaRPr lang="id-ID"/>
          </a:p>
        </p:txBody>
      </p:sp>
    </p:spTree>
    <p:extLst>
      <p:ext uri="{BB962C8B-B14F-4D97-AF65-F5344CB8AC3E}">
        <p14:creationId xmlns:p14="http://schemas.microsoft.com/office/powerpoint/2010/main" val="196230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41388"/>
            <a:ext cx="6096000" cy="5227193"/>
          </a:xfrm>
          <a:prstGeom prst="rect">
            <a:avLst/>
          </a:prstGeom>
        </p:spPr>
        <p:txBody>
          <a:bodyPr/>
          <a:lstStyle/>
          <a:p>
            <a:endParaRPr lang="id-ID"/>
          </a:p>
        </p:txBody>
      </p:sp>
    </p:spTree>
    <p:extLst>
      <p:ext uri="{BB962C8B-B14F-4D97-AF65-F5344CB8AC3E}">
        <p14:creationId xmlns:p14="http://schemas.microsoft.com/office/powerpoint/2010/main" val="62765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p>
            <a:endParaRPr lang="id-ID"/>
          </a:p>
        </p:txBody>
      </p:sp>
    </p:spTree>
    <p:extLst>
      <p:ext uri="{BB962C8B-B14F-4D97-AF65-F5344CB8AC3E}">
        <p14:creationId xmlns:p14="http://schemas.microsoft.com/office/powerpoint/2010/main" val="30746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13" name="Picture Placeholder 2"/>
          <p:cNvSpPr>
            <a:spLocks noGrp="1"/>
          </p:cNvSpPr>
          <p:nvPr>
            <p:ph type="pic" sz="quarter" idx="14"/>
          </p:nvPr>
        </p:nvSpPr>
        <p:spPr>
          <a:xfrm>
            <a:off x="773290" y="4499949"/>
            <a:ext cx="1431928" cy="1431928"/>
          </a:xfrm>
          <a:prstGeom prst="rect">
            <a:avLst/>
          </a:prstGeom>
        </p:spPr>
        <p:txBody>
          <a:bodyPr/>
          <a:lstStyle/>
          <a:p>
            <a:endParaRPr lang="id-ID"/>
          </a:p>
        </p:txBody>
      </p:sp>
      <p:sp>
        <p:nvSpPr>
          <p:cNvPr id="14" name="Picture Placeholder 2"/>
          <p:cNvSpPr>
            <a:spLocks noGrp="1"/>
          </p:cNvSpPr>
          <p:nvPr>
            <p:ph type="pic" sz="quarter" idx="15"/>
          </p:nvPr>
        </p:nvSpPr>
        <p:spPr>
          <a:xfrm>
            <a:off x="2310965" y="4499949"/>
            <a:ext cx="1431928" cy="1431928"/>
          </a:xfrm>
          <a:prstGeom prst="rect">
            <a:avLst/>
          </a:prstGeom>
        </p:spPr>
        <p:txBody>
          <a:bodyPr/>
          <a:lstStyle/>
          <a:p>
            <a:endParaRPr lang="id-ID"/>
          </a:p>
        </p:txBody>
      </p:sp>
      <p:sp>
        <p:nvSpPr>
          <p:cNvPr id="15" name="Picture Placeholder 2"/>
          <p:cNvSpPr>
            <a:spLocks noGrp="1"/>
          </p:cNvSpPr>
          <p:nvPr>
            <p:ph type="pic" sz="quarter" idx="16"/>
          </p:nvPr>
        </p:nvSpPr>
        <p:spPr>
          <a:xfrm>
            <a:off x="3841439" y="4499949"/>
            <a:ext cx="1431928" cy="1431928"/>
          </a:xfrm>
          <a:prstGeom prst="rect">
            <a:avLst/>
          </a:prstGeom>
        </p:spPr>
        <p:txBody>
          <a:bodyPr/>
          <a:lstStyle/>
          <a:p>
            <a:endParaRPr lang="id-ID"/>
          </a:p>
        </p:txBody>
      </p:sp>
      <p:sp>
        <p:nvSpPr>
          <p:cNvPr id="16" name="Picture Placeholder 2"/>
          <p:cNvSpPr>
            <a:spLocks noGrp="1"/>
          </p:cNvSpPr>
          <p:nvPr>
            <p:ph type="pic" sz="quarter" idx="17"/>
          </p:nvPr>
        </p:nvSpPr>
        <p:spPr>
          <a:xfrm>
            <a:off x="5371913" y="4499949"/>
            <a:ext cx="1431928" cy="1431928"/>
          </a:xfrm>
          <a:prstGeom prst="rect">
            <a:avLst/>
          </a:prstGeom>
        </p:spPr>
        <p:txBody>
          <a:bodyPr/>
          <a:lstStyle/>
          <a:p>
            <a:endParaRPr lang="id-ID"/>
          </a:p>
        </p:txBody>
      </p:sp>
      <p:sp>
        <p:nvSpPr>
          <p:cNvPr id="17" name="Picture Placeholder 2"/>
          <p:cNvSpPr>
            <a:spLocks noGrp="1"/>
          </p:cNvSpPr>
          <p:nvPr>
            <p:ph type="pic" sz="quarter" idx="18"/>
          </p:nvPr>
        </p:nvSpPr>
        <p:spPr>
          <a:xfrm>
            <a:off x="6893740" y="4499949"/>
            <a:ext cx="1431928" cy="1431928"/>
          </a:xfrm>
          <a:prstGeom prst="rect">
            <a:avLst/>
          </a:prstGeom>
        </p:spPr>
        <p:txBody>
          <a:bodyPr/>
          <a:lstStyle/>
          <a:p>
            <a:endParaRPr lang="id-ID"/>
          </a:p>
        </p:txBody>
      </p:sp>
      <p:sp>
        <p:nvSpPr>
          <p:cNvPr id="18" name="Picture Placeholder 2"/>
          <p:cNvSpPr>
            <a:spLocks noGrp="1"/>
          </p:cNvSpPr>
          <p:nvPr>
            <p:ph type="pic" sz="quarter" idx="19"/>
          </p:nvPr>
        </p:nvSpPr>
        <p:spPr>
          <a:xfrm>
            <a:off x="8435937" y="4499949"/>
            <a:ext cx="1431928" cy="1431928"/>
          </a:xfrm>
          <a:prstGeom prst="rect">
            <a:avLst/>
          </a:prstGeom>
        </p:spPr>
        <p:txBody>
          <a:bodyPr/>
          <a:lstStyle/>
          <a:p>
            <a:endParaRPr lang="id-ID"/>
          </a:p>
        </p:txBody>
      </p:sp>
      <p:sp>
        <p:nvSpPr>
          <p:cNvPr id="19" name="Picture Placeholder 2"/>
          <p:cNvSpPr>
            <a:spLocks noGrp="1"/>
          </p:cNvSpPr>
          <p:nvPr>
            <p:ph type="pic" sz="quarter" idx="20"/>
          </p:nvPr>
        </p:nvSpPr>
        <p:spPr>
          <a:xfrm>
            <a:off x="9966411" y="4499949"/>
            <a:ext cx="1431928" cy="1431928"/>
          </a:xfrm>
          <a:prstGeom prst="rect">
            <a:avLst/>
          </a:prstGeom>
        </p:spPr>
        <p:txBody>
          <a:bodyPr/>
          <a:lstStyle/>
          <a:p>
            <a:endParaRPr lang="id-ID"/>
          </a:p>
        </p:txBody>
      </p:sp>
      <p:sp>
        <p:nvSpPr>
          <p:cNvPr id="21" name="Picture Placeholder 2"/>
          <p:cNvSpPr>
            <a:spLocks noGrp="1"/>
          </p:cNvSpPr>
          <p:nvPr>
            <p:ph type="pic" sz="quarter" idx="22"/>
          </p:nvPr>
        </p:nvSpPr>
        <p:spPr>
          <a:xfrm>
            <a:off x="773290" y="1"/>
            <a:ext cx="10625049" cy="2178588"/>
          </a:xfrm>
          <a:prstGeom prst="rect">
            <a:avLst/>
          </a:prstGeom>
        </p:spPr>
        <p:txBody>
          <a:bodyPr/>
          <a:lstStyle/>
          <a:p>
            <a:endParaRPr lang="id-ID"/>
          </a:p>
        </p:txBody>
      </p:sp>
    </p:spTree>
    <p:extLst>
      <p:ext uri="{BB962C8B-B14F-4D97-AF65-F5344CB8AC3E}">
        <p14:creationId xmlns:p14="http://schemas.microsoft.com/office/powerpoint/2010/main" val="261194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3000"/>
                            </p:stCondLst>
                            <p:childTnLst>
                              <p:par>
                                <p:cTn id="29" presetID="10" presetClass="entr" presetSubtype="0" fill="hold" grpId="0" nodeType="afterEffect" nodePh="1">
                                  <p:stCondLst>
                                    <p:cond delay="0"/>
                                  </p:stCondLst>
                                  <p:endCondLst>
                                    <p:cond evt="begin" delay="0">
                                      <p:tn val="29"/>
                                    </p:cond>
                                  </p:end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1"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6096000" cy="6858000"/>
          </a:xfrm>
          <a:prstGeom prst="rect">
            <a:avLst/>
          </a:prstGeom>
        </p:spPr>
        <p:txBody>
          <a:bodyPr/>
          <a:lstStyle/>
          <a:p>
            <a:endParaRPr lang="id-ID"/>
          </a:p>
        </p:txBody>
      </p:sp>
    </p:spTree>
    <p:extLst>
      <p:ext uri="{BB962C8B-B14F-4D97-AF65-F5344CB8AC3E}">
        <p14:creationId xmlns:p14="http://schemas.microsoft.com/office/powerpoint/2010/main" val="295212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0" y="0"/>
            <a:ext cx="6096000" cy="6858000"/>
          </a:xfrm>
          <a:prstGeom prst="rect">
            <a:avLst/>
          </a:prstGeom>
        </p:spPr>
        <p:txBody>
          <a:bodyPr/>
          <a:lstStyle/>
          <a:p>
            <a:endParaRPr lang="id-ID"/>
          </a:p>
        </p:txBody>
      </p:sp>
    </p:spTree>
    <p:extLst>
      <p:ext uri="{BB962C8B-B14F-4D97-AF65-F5344CB8AC3E}">
        <p14:creationId xmlns:p14="http://schemas.microsoft.com/office/powerpoint/2010/main" val="82756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6059488" y="1"/>
            <a:ext cx="6132512" cy="3448594"/>
          </a:xfrm>
          <a:prstGeom prst="rect">
            <a:avLst/>
          </a:prstGeom>
        </p:spPr>
        <p:txBody>
          <a:bodyPr/>
          <a:lstStyle/>
          <a:p>
            <a:endParaRPr lang="id-ID"/>
          </a:p>
        </p:txBody>
      </p:sp>
      <p:sp>
        <p:nvSpPr>
          <p:cNvPr id="10" name="Picture Placeholder 9"/>
          <p:cNvSpPr>
            <a:spLocks noGrp="1"/>
          </p:cNvSpPr>
          <p:nvPr>
            <p:ph type="pic" sz="quarter" idx="11"/>
          </p:nvPr>
        </p:nvSpPr>
        <p:spPr>
          <a:xfrm>
            <a:off x="6059487" y="3566001"/>
            <a:ext cx="2522809" cy="3291999"/>
          </a:xfrm>
          <a:prstGeom prst="rect">
            <a:avLst/>
          </a:prstGeom>
        </p:spPr>
        <p:txBody>
          <a:bodyPr/>
          <a:lstStyle/>
          <a:p>
            <a:endParaRPr lang="id-ID"/>
          </a:p>
        </p:txBody>
      </p:sp>
      <p:sp>
        <p:nvSpPr>
          <p:cNvPr id="11" name="Picture Placeholder 9"/>
          <p:cNvSpPr>
            <a:spLocks noGrp="1"/>
          </p:cNvSpPr>
          <p:nvPr>
            <p:ph type="pic" sz="quarter" idx="12"/>
          </p:nvPr>
        </p:nvSpPr>
        <p:spPr>
          <a:xfrm>
            <a:off x="8682990" y="3566001"/>
            <a:ext cx="3509010" cy="3291999"/>
          </a:xfrm>
          <a:prstGeom prst="rect">
            <a:avLst/>
          </a:prstGeom>
        </p:spPr>
        <p:txBody>
          <a:bodyPr/>
          <a:lstStyle/>
          <a:p>
            <a:endParaRPr lang="id-ID"/>
          </a:p>
        </p:txBody>
      </p:sp>
      <p:sp>
        <p:nvSpPr>
          <p:cNvPr id="5" name="Picture Placeholder 7"/>
          <p:cNvSpPr>
            <a:spLocks noGrp="1"/>
          </p:cNvSpPr>
          <p:nvPr>
            <p:ph type="pic" sz="quarter" idx="13"/>
          </p:nvPr>
        </p:nvSpPr>
        <p:spPr>
          <a:xfrm>
            <a:off x="0" y="1"/>
            <a:ext cx="5948045" cy="2819400"/>
          </a:xfrm>
          <a:prstGeom prst="rect">
            <a:avLst/>
          </a:prstGeom>
        </p:spPr>
        <p:txBody>
          <a:bodyPr/>
          <a:lstStyle/>
          <a:p>
            <a:endParaRPr lang="id-ID"/>
          </a:p>
        </p:txBody>
      </p:sp>
      <p:sp>
        <p:nvSpPr>
          <p:cNvPr id="6" name="Picture Placeholder 9"/>
          <p:cNvSpPr>
            <a:spLocks noGrp="1"/>
          </p:cNvSpPr>
          <p:nvPr>
            <p:ph type="pic" sz="quarter" idx="14"/>
          </p:nvPr>
        </p:nvSpPr>
        <p:spPr>
          <a:xfrm>
            <a:off x="0" y="4686300"/>
            <a:ext cx="2327592" cy="2171700"/>
          </a:xfrm>
          <a:prstGeom prst="rect">
            <a:avLst/>
          </a:prstGeom>
        </p:spPr>
        <p:txBody>
          <a:bodyPr/>
          <a:lstStyle/>
          <a:p>
            <a:endParaRPr lang="id-ID"/>
          </a:p>
        </p:txBody>
      </p:sp>
      <p:sp>
        <p:nvSpPr>
          <p:cNvPr id="7" name="Picture Placeholder 9"/>
          <p:cNvSpPr>
            <a:spLocks noGrp="1"/>
          </p:cNvSpPr>
          <p:nvPr>
            <p:ph type="pic" sz="quarter" idx="15"/>
          </p:nvPr>
        </p:nvSpPr>
        <p:spPr>
          <a:xfrm>
            <a:off x="2439035" y="4686300"/>
            <a:ext cx="3509010" cy="2171700"/>
          </a:xfrm>
          <a:prstGeom prst="rect">
            <a:avLst/>
          </a:prstGeom>
        </p:spPr>
        <p:txBody>
          <a:bodyPr/>
          <a:lstStyle/>
          <a:p>
            <a:endParaRPr lang="id-ID"/>
          </a:p>
        </p:txBody>
      </p:sp>
    </p:spTree>
    <p:extLst>
      <p:ext uri="{BB962C8B-B14F-4D97-AF65-F5344CB8AC3E}">
        <p14:creationId xmlns:p14="http://schemas.microsoft.com/office/powerpoint/2010/main" val="280059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5" grpId="0"/>
      <p:bldP spid="6" grpId="0"/>
      <p:bldP spid="7"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0" name="Picture Placeholder 19"/>
          <p:cNvSpPr>
            <a:spLocks noGrp="1"/>
          </p:cNvSpPr>
          <p:nvPr>
            <p:ph type="pic" sz="quarter" idx="11"/>
          </p:nvPr>
        </p:nvSpPr>
        <p:spPr>
          <a:xfrm>
            <a:off x="5407236" y="2364743"/>
            <a:ext cx="6784764" cy="4493257"/>
          </a:xfrm>
          <a:prstGeom prst="rect">
            <a:avLst/>
          </a:prstGeom>
        </p:spPr>
        <p:txBody>
          <a:bodyPr/>
          <a:lstStyle/>
          <a:p>
            <a:endParaRPr lang="id-ID"/>
          </a:p>
        </p:txBody>
      </p:sp>
    </p:spTree>
    <p:extLst>
      <p:ext uri="{BB962C8B-B14F-4D97-AF65-F5344CB8AC3E}">
        <p14:creationId xmlns:p14="http://schemas.microsoft.com/office/powerpoint/2010/main" val="39277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7"/>
          <p:cNvSpPr>
            <a:spLocks noGrp="1"/>
          </p:cNvSpPr>
          <p:nvPr>
            <p:ph type="pic" sz="quarter" idx="11"/>
          </p:nvPr>
        </p:nvSpPr>
        <p:spPr>
          <a:xfrm>
            <a:off x="9174069" y="0"/>
            <a:ext cx="3017838" cy="3324315"/>
          </a:xfrm>
          <a:prstGeom prst="rect">
            <a:avLst/>
          </a:prstGeom>
        </p:spPr>
        <p:txBody>
          <a:bodyPr/>
          <a:lstStyle/>
          <a:p>
            <a:endParaRPr lang="id-ID" dirty="0"/>
          </a:p>
        </p:txBody>
      </p:sp>
      <p:sp>
        <p:nvSpPr>
          <p:cNvPr id="10" name="Picture Placeholder 7"/>
          <p:cNvSpPr>
            <a:spLocks noGrp="1"/>
          </p:cNvSpPr>
          <p:nvPr>
            <p:ph type="pic" sz="quarter" idx="12"/>
          </p:nvPr>
        </p:nvSpPr>
        <p:spPr>
          <a:xfrm>
            <a:off x="9174069" y="3474721"/>
            <a:ext cx="3017838" cy="3383280"/>
          </a:xfrm>
          <a:prstGeom prst="rect">
            <a:avLst/>
          </a:prstGeom>
        </p:spPr>
        <p:txBody>
          <a:bodyPr/>
          <a:lstStyle/>
          <a:p>
            <a:endParaRPr lang="id-ID" dirty="0"/>
          </a:p>
        </p:txBody>
      </p:sp>
      <p:sp>
        <p:nvSpPr>
          <p:cNvPr id="11" name="Picture Placeholder 7"/>
          <p:cNvSpPr>
            <a:spLocks noGrp="1"/>
          </p:cNvSpPr>
          <p:nvPr>
            <p:ph type="pic" sz="quarter" idx="13"/>
          </p:nvPr>
        </p:nvSpPr>
        <p:spPr>
          <a:xfrm>
            <a:off x="3138615" y="2354580"/>
            <a:ext cx="5931243" cy="4503420"/>
          </a:xfrm>
          <a:prstGeom prst="rect">
            <a:avLst/>
          </a:prstGeom>
        </p:spPr>
        <p:txBody>
          <a:bodyPr/>
          <a:lstStyle/>
          <a:p>
            <a:endParaRPr lang="id-ID" dirty="0"/>
          </a:p>
        </p:txBody>
      </p:sp>
      <p:sp>
        <p:nvSpPr>
          <p:cNvPr id="14" name="Picture Placeholder 7"/>
          <p:cNvSpPr>
            <a:spLocks noGrp="1"/>
          </p:cNvSpPr>
          <p:nvPr>
            <p:ph type="pic" sz="quarter" idx="14"/>
          </p:nvPr>
        </p:nvSpPr>
        <p:spPr>
          <a:xfrm>
            <a:off x="0" y="1"/>
            <a:ext cx="3017837" cy="3324314"/>
          </a:xfrm>
          <a:prstGeom prst="rect">
            <a:avLst/>
          </a:prstGeom>
        </p:spPr>
        <p:txBody>
          <a:bodyPr/>
          <a:lstStyle/>
          <a:p>
            <a:endParaRPr lang="id-ID"/>
          </a:p>
        </p:txBody>
      </p:sp>
      <p:sp>
        <p:nvSpPr>
          <p:cNvPr id="15" name="Picture Placeholder 7"/>
          <p:cNvSpPr>
            <a:spLocks noGrp="1"/>
          </p:cNvSpPr>
          <p:nvPr>
            <p:ph type="pic" sz="quarter" idx="15"/>
          </p:nvPr>
        </p:nvSpPr>
        <p:spPr>
          <a:xfrm>
            <a:off x="0" y="3474721"/>
            <a:ext cx="3017838" cy="3383280"/>
          </a:xfrm>
          <a:prstGeom prst="rect">
            <a:avLst/>
          </a:prstGeom>
        </p:spPr>
        <p:txBody>
          <a:bodyPr/>
          <a:lstStyle/>
          <a:p>
            <a:endParaRPr lang="id-ID"/>
          </a:p>
        </p:txBody>
      </p:sp>
    </p:spTree>
    <p:extLst>
      <p:ext uri="{BB962C8B-B14F-4D97-AF65-F5344CB8AC3E}">
        <p14:creationId xmlns:p14="http://schemas.microsoft.com/office/powerpoint/2010/main" val="223882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 y="2495550"/>
            <a:ext cx="2903222" cy="4362450"/>
          </a:xfrm>
          <a:prstGeom prst="rect">
            <a:avLst/>
          </a:prstGeom>
        </p:spPr>
        <p:txBody>
          <a:bodyPr/>
          <a:lstStyle/>
          <a:p>
            <a:endParaRPr lang="id-ID"/>
          </a:p>
        </p:txBody>
      </p:sp>
      <p:sp>
        <p:nvSpPr>
          <p:cNvPr id="9" name="Picture Placeholder 7"/>
          <p:cNvSpPr>
            <a:spLocks noGrp="1"/>
          </p:cNvSpPr>
          <p:nvPr>
            <p:ph type="pic" sz="quarter" idx="11"/>
          </p:nvPr>
        </p:nvSpPr>
        <p:spPr>
          <a:xfrm>
            <a:off x="3047680" y="2495550"/>
            <a:ext cx="2198290" cy="1701144"/>
          </a:xfrm>
          <a:prstGeom prst="rect">
            <a:avLst/>
          </a:prstGeom>
        </p:spPr>
        <p:txBody>
          <a:bodyPr/>
          <a:lstStyle/>
          <a:p>
            <a:endParaRPr lang="id-ID"/>
          </a:p>
        </p:txBody>
      </p:sp>
      <p:sp>
        <p:nvSpPr>
          <p:cNvPr id="10" name="Picture Placeholder 7"/>
          <p:cNvSpPr>
            <a:spLocks noGrp="1"/>
          </p:cNvSpPr>
          <p:nvPr>
            <p:ph type="pic" sz="quarter" idx="12"/>
          </p:nvPr>
        </p:nvSpPr>
        <p:spPr>
          <a:xfrm>
            <a:off x="5382808" y="2495550"/>
            <a:ext cx="3799610" cy="1697093"/>
          </a:xfrm>
          <a:prstGeom prst="rect">
            <a:avLst/>
          </a:prstGeom>
        </p:spPr>
        <p:txBody>
          <a:bodyPr/>
          <a:lstStyle/>
          <a:p>
            <a:endParaRPr lang="id-ID"/>
          </a:p>
        </p:txBody>
      </p:sp>
      <p:sp>
        <p:nvSpPr>
          <p:cNvPr id="11" name="Picture Placeholder 7"/>
          <p:cNvSpPr>
            <a:spLocks noGrp="1"/>
          </p:cNvSpPr>
          <p:nvPr>
            <p:ph type="pic" sz="quarter" idx="13"/>
          </p:nvPr>
        </p:nvSpPr>
        <p:spPr>
          <a:xfrm>
            <a:off x="3029551" y="4353791"/>
            <a:ext cx="6142357" cy="2504209"/>
          </a:xfrm>
          <a:prstGeom prst="rect">
            <a:avLst/>
          </a:prstGeom>
        </p:spPr>
        <p:txBody>
          <a:bodyPr/>
          <a:lstStyle/>
          <a:p>
            <a:endParaRPr lang="id-ID"/>
          </a:p>
        </p:txBody>
      </p:sp>
      <p:sp>
        <p:nvSpPr>
          <p:cNvPr id="13" name="Picture Placeholder 7"/>
          <p:cNvSpPr>
            <a:spLocks noGrp="1"/>
          </p:cNvSpPr>
          <p:nvPr>
            <p:ph type="pic" sz="quarter" idx="15"/>
          </p:nvPr>
        </p:nvSpPr>
        <p:spPr>
          <a:xfrm>
            <a:off x="9319256" y="2495550"/>
            <a:ext cx="2872743" cy="4362450"/>
          </a:xfrm>
          <a:prstGeom prst="rect">
            <a:avLst/>
          </a:prstGeom>
        </p:spPr>
        <p:txBody>
          <a:bodyPr/>
          <a:lstStyle/>
          <a:p>
            <a:endParaRPr lang="id-ID"/>
          </a:p>
        </p:txBody>
      </p:sp>
    </p:spTree>
    <p:extLst>
      <p:ext uri="{BB962C8B-B14F-4D97-AF65-F5344CB8AC3E}">
        <p14:creationId xmlns:p14="http://schemas.microsoft.com/office/powerpoint/2010/main" val="1780848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04560" y="2773363"/>
            <a:ext cx="6187440" cy="4084637"/>
          </a:xfrm>
          <a:prstGeom prst="rect">
            <a:avLst/>
          </a:prstGeom>
        </p:spPr>
        <p:txBody>
          <a:bodyPr/>
          <a:lstStyle/>
          <a:p>
            <a:endParaRPr lang="id-ID" dirty="0"/>
          </a:p>
        </p:txBody>
      </p:sp>
    </p:spTree>
    <p:extLst>
      <p:ext uri="{BB962C8B-B14F-4D97-AF65-F5344CB8AC3E}">
        <p14:creationId xmlns:p14="http://schemas.microsoft.com/office/powerpoint/2010/main" val="166890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0" y="3562350"/>
            <a:ext cx="5848350" cy="3124200"/>
          </a:xfrm>
          <a:prstGeom prst="rect">
            <a:avLst/>
          </a:prstGeom>
        </p:spPr>
        <p:txBody>
          <a:bodyPr/>
          <a:lstStyle/>
          <a:p>
            <a:endParaRPr lang="id-ID"/>
          </a:p>
        </p:txBody>
      </p:sp>
      <p:sp>
        <p:nvSpPr>
          <p:cNvPr id="8" name="Picture Placeholder 2"/>
          <p:cNvSpPr>
            <a:spLocks noGrp="1"/>
          </p:cNvSpPr>
          <p:nvPr>
            <p:ph type="pic" sz="quarter" idx="11"/>
          </p:nvPr>
        </p:nvSpPr>
        <p:spPr>
          <a:xfrm>
            <a:off x="6096000" y="209550"/>
            <a:ext cx="5848350" cy="3086100"/>
          </a:xfrm>
          <a:prstGeom prst="rect">
            <a:avLst/>
          </a:prstGeom>
        </p:spPr>
        <p:txBody>
          <a:bodyPr/>
          <a:lstStyle/>
          <a:p>
            <a:endParaRPr lang="id-ID"/>
          </a:p>
        </p:txBody>
      </p:sp>
    </p:spTree>
    <p:extLst>
      <p:ext uri="{BB962C8B-B14F-4D97-AF65-F5344CB8AC3E}">
        <p14:creationId xmlns:p14="http://schemas.microsoft.com/office/powerpoint/2010/main" val="371187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2522084" y="2609850"/>
            <a:ext cx="2128594" cy="2130426"/>
          </a:xfrm>
          <a:prstGeom prst="ellipse">
            <a:avLst/>
          </a:prstGeom>
        </p:spPr>
        <p:txBody>
          <a:bodyPr/>
          <a:lstStyle/>
          <a:p>
            <a:endParaRPr lang="id-ID"/>
          </a:p>
        </p:txBody>
      </p:sp>
      <p:sp>
        <p:nvSpPr>
          <p:cNvPr id="9" name="Picture Placeholder 7"/>
          <p:cNvSpPr>
            <a:spLocks noGrp="1"/>
          </p:cNvSpPr>
          <p:nvPr>
            <p:ph type="pic" sz="quarter" idx="11"/>
          </p:nvPr>
        </p:nvSpPr>
        <p:spPr>
          <a:xfrm>
            <a:off x="7551310" y="2609850"/>
            <a:ext cx="2128594" cy="2130426"/>
          </a:xfrm>
          <a:prstGeom prst="ellipse">
            <a:avLst/>
          </a:prstGeom>
        </p:spPr>
        <p:txBody>
          <a:bodyPr/>
          <a:lstStyle/>
          <a:p>
            <a:endParaRPr lang="id-ID"/>
          </a:p>
        </p:txBody>
      </p:sp>
    </p:spTree>
    <p:extLst>
      <p:ext uri="{BB962C8B-B14F-4D97-AF65-F5344CB8AC3E}">
        <p14:creationId xmlns:p14="http://schemas.microsoft.com/office/powerpoint/2010/main" val="163154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extLst>
    <p:ext uri="{DCECCB84-F9BA-43D5-87BE-67443E8EF086}">
      <p15:sldGuideLst xmlns:p15="http://schemas.microsoft.com/office/powerpoint/2012/main">
        <p15:guide id="1" orient="horz" pos="2183"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565285" y="2785509"/>
            <a:ext cx="1708150" cy="1708150"/>
          </a:xfrm>
          <a:prstGeom prst="rect">
            <a:avLst/>
          </a:prstGeom>
        </p:spPr>
        <p:txBody>
          <a:bodyPr/>
          <a:lstStyle/>
          <a:p>
            <a:endParaRPr lang="id-ID"/>
          </a:p>
        </p:txBody>
      </p:sp>
      <p:sp>
        <p:nvSpPr>
          <p:cNvPr id="9" name="Picture Placeholder 7"/>
          <p:cNvSpPr>
            <a:spLocks noGrp="1"/>
          </p:cNvSpPr>
          <p:nvPr>
            <p:ph type="pic" sz="quarter" idx="11"/>
          </p:nvPr>
        </p:nvSpPr>
        <p:spPr>
          <a:xfrm>
            <a:off x="3390904" y="2785509"/>
            <a:ext cx="1708150" cy="1708150"/>
          </a:xfrm>
          <a:prstGeom prst="rect">
            <a:avLst/>
          </a:prstGeom>
        </p:spPr>
        <p:txBody>
          <a:bodyPr/>
          <a:lstStyle/>
          <a:p>
            <a:endParaRPr lang="id-ID"/>
          </a:p>
        </p:txBody>
      </p:sp>
      <p:sp>
        <p:nvSpPr>
          <p:cNvPr id="10" name="Picture Placeholder 7"/>
          <p:cNvSpPr>
            <a:spLocks noGrp="1"/>
          </p:cNvSpPr>
          <p:nvPr>
            <p:ph type="pic" sz="quarter" idx="12"/>
          </p:nvPr>
        </p:nvSpPr>
        <p:spPr>
          <a:xfrm>
            <a:off x="5185333" y="2785509"/>
            <a:ext cx="1708150" cy="1708150"/>
          </a:xfrm>
          <a:prstGeom prst="rect">
            <a:avLst/>
          </a:prstGeom>
        </p:spPr>
        <p:txBody>
          <a:bodyPr/>
          <a:lstStyle/>
          <a:p>
            <a:endParaRPr lang="id-ID"/>
          </a:p>
        </p:txBody>
      </p:sp>
      <p:sp>
        <p:nvSpPr>
          <p:cNvPr id="11" name="Picture Placeholder 7"/>
          <p:cNvSpPr>
            <a:spLocks noGrp="1"/>
          </p:cNvSpPr>
          <p:nvPr>
            <p:ph type="pic" sz="quarter" idx="13"/>
          </p:nvPr>
        </p:nvSpPr>
        <p:spPr>
          <a:xfrm>
            <a:off x="6995356" y="2785509"/>
            <a:ext cx="1708150" cy="1708150"/>
          </a:xfrm>
          <a:prstGeom prst="rect">
            <a:avLst/>
          </a:prstGeom>
        </p:spPr>
        <p:txBody>
          <a:bodyPr/>
          <a:lstStyle/>
          <a:p>
            <a:endParaRPr lang="id-ID"/>
          </a:p>
        </p:txBody>
      </p:sp>
      <p:sp>
        <p:nvSpPr>
          <p:cNvPr id="12" name="Picture Placeholder 7"/>
          <p:cNvSpPr>
            <a:spLocks noGrp="1"/>
          </p:cNvSpPr>
          <p:nvPr>
            <p:ph type="pic" sz="quarter" idx="14"/>
          </p:nvPr>
        </p:nvSpPr>
        <p:spPr>
          <a:xfrm>
            <a:off x="8775699" y="2785509"/>
            <a:ext cx="1708150" cy="1708150"/>
          </a:xfrm>
          <a:prstGeom prst="rect">
            <a:avLst/>
          </a:prstGeom>
        </p:spPr>
        <p:txBody>
          <a:bodyPr/>
          <a:lstStyle/>
          <a:p>
            <a:endParaRPr lang="id-ID"/>
          </a:p>
        </p:txBody>
      </p:sp>
      <p:sp>
        <p:nvSpPr>
          <p:cNvPr id="13" name="Picture Placeholder 7"/>
          <p:cNvSpPr>
            <a:spLocks noGrp="1"/>
          </p:cNvSpPr>
          <p:nvPr>
            <p:ph type="pic" sz="quarter" idx="15"/>
          </p:nvPr>
        </p:nvSpPr>
        <p:spPr>
          <a:xfrm>
            <a:off x="1565285" y="4564451"/>
            <a:ext cx="1708150" cy="1708150"/>
          </a:xfrm>
          <a:prstGeom prst="rect">
            <a:avLst/>
          </a:prstGeom>
        </p:spPr>
        <p:txBody>
          <a:bodyPr/>
          <a:lstStyle/>
          <a:p>
            <a:endParaRPr lang="id-ID"/>
          </a:p>
        </p:txBody>
      </p:sp>
      <p:sp>
        <p:nvSpPr>
          <p:cNvPr id="14" name="Picture Placeholder 7"/>
          <p:cNvSpPr>
            <a:spLocks noGrp="1"/>
          </p:cNvSpPr>
          <p:nvPr>
            <p:ph type="pic" sz="quarter" idx="16"/>
          </p:nvPr>
        </p:nvSpPr>
        <p:spPr>
          <a:xfrm>
            <a:off x="3390904" y="4564451"/>
            <a:ext cx="1708150" cy="1708150"/>
          </a:xfrm>
          <a:prstGeom prst="rect">
            <a:avLst/>
          </a:prstGeom>
        </p:spPr>
        <p:txBody>
          <a:bodyPr/>
          <a:lstStyle/>
          <a:p>
            <a:endParaRPr lang="id-ID"/>
          </a:p>
        </p:txBody>
      </p:sp>
      <p:sp>
        <p:nvSpPr>
          <p:cNvPr id="15" name="Picture Placeholder 7"/>
          <p:cNvSpPr>
            <a:spLocks noGrp="1"/>
          </p:cNvSpPr>
          <p:nvPr>
            <p:ph type="pic" sz="quarter" idx="17"/>
          </p:nvPr>
        </p:nvSpPr>
        <p:spPr>
          <a:xfrm>
            <a:off x="5185333" y="4564451"/>
            <a:ext cx="1708150" cy="1708150"/>
          </a:xfrm>
          <a:prstGeom prst="rect">
            <a:avLst/>
          </a:prstGeom>
        </p:spPr>
        <p:txBody>
          <a:bodyPr/>
          <a:lstStyle/>
          <a:p>
            <a:endParaRPr lang="id-ID"/>
          </a:p>
        </p:txBody>
      </p:sp>
      <p:sp>
        <p:nvSpPr>
          <p:cNvPr id="16" name="Picture Placeholder 7"/>
          <p:cNvSpPr>
            <a:spLocks noGrp="1"/>
          </p:cNvSpPr>
          <p:nvPr>
            <p:ph type="pic" sz="quarter" idx="18"/>
          </p:nvPr>
        </p:nvSpPr>
        <p:spPr>
          <a:xfrm>
            <a:off x="6995356" y="4564451"/>
            <a:ext cx="1708150" cy="1708150"/>
          </a:xfrm>
          <a:prstGeom prst="rect">
            <a:avLst/>
          </a:prstGeom>
        </p:spPr>
        <p:txBody>
          <a:bodyPr/>
          <a:lstStyle/>
          <a:p>
            <a:endParaRPr lang="id-ID"/>
          </a:p>
        </p:txBody>
      </p:sp>
      <p:sp>
        <p:nvSpPr>
          <p:cNvPr id="17" name="Picture Placeholder 7"/>
          <p:cNvSpPr>
            <a:spLocks noGrp="1"/>
          </p:cNvSpPr>
          <p:nvPr>
            <p:ph type="pic" sz="quarter" idx="19"/>
          </p:nvPr>
        </p:nvSpPr>
        <p:spPr>
          <a:xfrm>
            <a:off x="8775699" y="4564451"/>
            <a:ext cx="1708150" cy="1708150"/>
          </a:xfrm>
          <a:prstGeom prst="rect">
            <a:avLst/>
          </a:prstGeom>
        </p:spPr>
        <p:txBody>
          <a:bodyPr/>
          <a:lstStyle/>
          <a:p>
            <a:endParaRPr lang="id-ID"/>
          </a:p>
        </p:txBody>
      </p:sp>
    </p:spTree>
    <p:extLst>
      <p:ext uri="{BB962C8B-B14F-4D97-AF65-F5344CB8AC3E}">
        <p14:creationId xmlns:p14="http://schemas.microsoft.com/office/powerpoint/2010/main" val="198779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nodePh="1">
                                  <p:stCondLst>
                                    <p:cond delay="0"/>
                                  </p:stCondLst>
                                  <p:endCondLst>
                                    <p:cond evt="begin" delay="0">
                                      <p:tn val="29"/>
                                    </p:cond>
                                  </p:end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4000"/>
                            </p:stCondLst>
                            <p:childTnLst>
                              <p:par>
                                <p:cTn id="37" presetID="10" presetClass="entr" presetSubtype="0" fill="hold" grpId="0" nodeType="afterEffect" nodePh="1">
                                  <p:stCondLst>
                                    <p:cond delay="0"/>
                                  </p:stCondLst>
                                  <p:endCondLst>
                                    <p:cond evt="begin" delay="0">
                                      <p:tn val="37"/>
                                    </p:cond>
                                  </p:end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4500"/>
                            </p:stCondLst>
                            <p:childTnLst>
                              <p:par>
                                <p:cTn id="41" presetID="10" presetClass="entr" presetSubtype="0" fill="hold" grpId="0" nodeType="afterEffect" nodePh="1">
                                  <p:stCondLst>
                                    <p:cond delay="0"/>
                                  </p:stCondLst>
                                  <p:endCondLst>
                                    <p:cond evt="begin" delay="0">
                                      <p:tn val="41"/>
                                    </p:cond>
                                  </p:end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17"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6347460" y="2347595"/>
            <a:ext cx="1527175" cy="1527175"/>
          </a:xfrm>
          <a:prstGeom prst="ellipse">
            <a:avLst/>
          </a:prstGeom>
        </p:spPr>
        <p:txBody>
          <a:bodyPr/>
          <a:lstStyle/>
          <a:p>
            <a:endParaRPr lang="id-ID"/>
          </a:p>
        </p:txBody>
      </p:sp>
      <p:sp>
        <p:nvSpPr>
          <p:cNvPr id="6" name="Picture Placeholder 4"/>
          <p:cNvSpPr>
            <a:spLocks noGrp="1"/>
          </p:cNvSpPr>
          <p:nvPr>
            <p:ph type="pic" sz="quarter" idx="11"/>
          </p:nvPr>
        </p:nvSpPr>
        <p:spPr>
          <a:xfrm>
            <a:off x="6347460" y="4466357"/>
            <a:ext cx="1527175" cy="1527175"/>
          </a:xfrm>
          <a:prstGeom prst="ellipse">
            <a:avLst/>
          </a:prstGeom>
        </p:spPr>
        <p:txBody>
          <a:bodyPr/>
          <a:lstStyle/>
          <a:p>
            <a:endParaRPr lang="id-ID"/>
          </a:p>
        </p:txBody>
      </p:sp>
      <p:sp>
        <p:nvSpPr>
          <p:cNvPr id="4" name="Picture Placeholder 4"/>
          <p:cNvSpPr>
            <a:spLocks noGrp="1"/>
          </p:cNvSpPr>
          <p:nvPr>
            <p:ph type="pic" sz="quarter" idx="12"/>
          </p:nvPr>
        </p:nvSpPr>
        <p:spPr>
          <a:xfrm>
            <a:off x="1043940" y="2347595"/>
            <a:ext cx="1527175" cy="1527175"/>
          </a:xfrm>
          <a:prstGeom prst="ellipse">
            <a:avLst/>
          </a:prstGeom>
        </p:spPr>
        <p:txBody>
          <a:bodyPr/>
          <a:lstStyle/>
          <a:p>
            <a:endParaRPr lang="id-ID" dirty="0"/>
          </a:p>
        </p:txBody>
      </p:sp>
      <p:sp>
        <p:nvSpPr>
          <p:cNvPr id="7" name="Picture Placeholder 4"/>
          <p:cNvSpPr>
            <a:spLocks noGrp="1"/>
          </p:cNvSpPr>
          <p:nvPr>
            <p:ph type="pic" sz="quarter" idx="13"/>
          </p:nvPr>
        </p:nvSpPr>
        <p:spPr>
          <a:xfrm>
            <a:off x="1043940" y="4466357"/>
            <a:ext cx="1527175" cy="1527175"/>
          </a:xfrm>
          <a:prstGeom prst="ellipse">
            <a:avLst/>
          </a:prstGeom>
        </p:spPr>
        <p:txBody>
          <a:bodyPr/>
          <a:lstStyle/>
          <a:p>
            <a:endParaRPr lang="id-ID"/>
          </a:p>
        </p:txBody>
      </p:sp>
    </p:spTree>
    <p:extLst>
      <p:ext uri="{BB962C8B-B14F-4D97-AF65-F5344CB8AC3E}">
        <p14:creationId xmlns:p14="http://schemas.microsoft.com/office/powerpoint/2010/main" val="15507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p:bldP spid="7"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6096001" y="489857"/>
            <a:ext cx="6096000" cy="5878286"/>
          </a:xfrm>
          <a:prstGeom prst="rect">
            <a:avLst/>
          </a:prstGeom>
        </p:spPr>
        <p:txBody>
          <a:bodyPr/>
          <a:lstStyle/>
          <a:p>
            <a:endParaRPr lang="id-ID"/>
          </a:p>
        </p:txBody>
      </p:sp>
    </p:spTree>
    <p:extLst>
      <p:ext uri="{BB962C8B-B14F-4D97-AF65-F5344CB8AC3E}">
        <p14:creationId xmlns:p14="http://schemas.microsoft.com/office/powerpoint/2010/main" val="88400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69645" y="1020762"/>
            <a:ext cx="4816475" cy="4816475"/>
          </a:xfrm>
          <a:prstGeom prst="ellipse">
            <a:avLst/>
          </a:prstGeom>
        </p:spPr>
        <p:txBody>
          <a:bodyPr/>
          <a:lstStyle/>
          <a:p>
            <a:endParaRPr lang="id-ID"/>
          </a:p>
        </p:txBody>
      </p:sp>
    </p:spTree>
    <p:extLst>
      <p:ext uri="{BB962C8B-B14F-4D97-AF65-F5344CB8AC3E}">
        <p14:creationId xmlns:p14="http://schemas.microsoft.com/office/powerpoint/2010/main" val="375029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1888" userDrawn="1">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0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035686" y="3138806"/>
            <a:ext cx="1341754" cy="1341754"/>
          </a:xfrm>
          <a:prstGeom prst="rect">
            <a:avLst/>
          </a:prstGeom>
        </p:spPr>
        <p:txBody>
          <a:bodyPr/>
          <a:lstStyle/>
          <a:p>
            <a:endParaRPr lang="id-ID" dirty="0"/>
          </a:p>
        </p:txBody>
      </p:sp>
      <p:sp>
        <p:nvSpPr>
          <p:cNvPr id="8" name="Picture Placeholder 6"/>
          <p:cNvSpPr>
            <a:spLocks noGrp="1"/>
          </p:cNvSpPr>
          <p:nvPr>
            <p:ph type="pic" sz="quarter" idx="11"/>
          </p:nvPr>
        </p:nvSpPr>
        <p:spPr>
          <a:xfrm>
            <a:off x="2605406" y="3138806"/>
            <a:ext cx="1341754" cy="1341754"/>
          </a:xfrm>
          <a:prstGeom prst="rect">
            <a:avLst/>
          </a:prstGeom>
        </p:spPr>
        <p:txBody>
          <a:bodyPr/>
          <a:lstStyle/>
          <a:p>
            <a:endParaRPr lang="id-ID"/>
          </a:p>
        </p:txBody>
      </p:sp>
      <p:sp>
        <p:nvSpPr>
          <p:cNvPr id="9" name="Picture Placeholder 6"/>
          <p:cNvSpPr>
            <a:spLocks noGrp="1"/>
          </p:cNvSpPr>
          <p:nvPr>
            <p:ph type="pic" sz="quarter" idx="12"/>
          </p:nvPr>
        </p:nvSpPr>
        <p:spPr>
          <a:xfrm>
            <a:off x="1035686" y="4632326"/>
            <a:ext cx="1341754" cy="1341754"/>
          </a:xfrm>
          <a:prstGeom prst="rect">
            <a:avLst/>
          </a:prstGeom>
        </p:spPr>
        <p:txBody>
          <a:bodyPr/>
          <a:lstStyle/>
          <a:p>
            <a:endParaRPr lang="id-ID"/>
          </a:p>
        </p:txBody>
      </p:sp>
      <p:sp>
        <p:nvSpPr>
          <p:cNvPr id="10" name="Picture Placeholder 6"/>
          <p:cNvSpPr>
            <a:spLocks noGrp="1"/>
          </p:cNvSpPr>
          <p:nvPr>
            <p:ph type="pic" sz="quarter" idx="13"/>
          </p:nvPr>
        </p:nvSpPr>
        <p:spPr>
          <a:xfrm>
            <a:off x="2605406" y="4632326"/>
            <a:ext cx="1341754" cy="1341754"/>
          </a:xfrm>
          <a:prstGeom prst="rect">
            <a:avLst/>
          </a:prstGeom>
        </p:spPr>
        <p:txBody>
          <a:bodyPr/>
          <a:lstStyle/>
          <a:p>
            <a:endParaRPr lang="id-ID"/>
          </a:p>
        </p:txBody>
      </p:sp>
    </p:spTree>
    <p:extLst>
      <p:ext uri="{BB962C8B-B14F-4D97-AF65-F5344CB8AC3E}">
        <p14:creationId xmlns:p14="http://schemas.microsoft.com/office/powerpoint/2010/main" val="301536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1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42874" y="114300"/>
            <a:ext cx="5757863" cy="6616700"/>
          </a:xfrm>
          <a:prstGeom prst="rect">
            <a:avLst/>
          </a:prstGeom>
        </p:spPr>
        <p:txBody>
          <a:bodyPr/>
          <a:lstStyle/>
          <a:p>
            <a:endParaRPr lang="id-ID"/>
          </a:p>
        </p:txBody>
      </p:sp>
    </p:spTree>
    <p:extLst>
      <p:ext uri="{BB962C8B-B14F-4D97-AF65-F5344CB8AC3E}">
        <p14:creationId xmlns:p14="http://schemas.microsoft.com/office/powerpoint/2010/main" val="408826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2_Title Slide">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 y="1558925"/>
            <a:ext cx="3932978" cy="5299075"/>
          </a:xfrm>
          <a:prstGeom prst="rect">
            <a:avLst/>
          </a:prstGeom>
        </p:spPr>
        <p:txBody>
          <a:bodyPr/>
          <a:lstStyle/>
          <a:p>
            <a:endParaRPr lang="id-ID"/>
          </a:p>
        </p:txBody>
      </p:sp>
      <p:sp>
        <p:nvSpPr>
          <p:cNvPr id="5" name="Picture Placeholder 2"/>
          <p:cNvSpPr>
            <a:spLocks noGrp="1"/>
          </p:cNvSpPr>
          <p:nvPr>
            <p:ph type="pic" sz="quarter" idx="12"/>
          </p:nvPr>
        </p:nvSpPr>
        <p:spPr>
          <a:xfrm>
            <a:off x="4129511" y="0"/>
            <a:ext cx="3932978" cy="5299075"/>
          </a:xfrm>
          <a:prstGeom prst="rect">
            <a:avLst/>
          </a:prstGeom>
        </p:spPr>
        <p:txBody>
          <a:bodyPr/>
          <a:lstStyle/>
          <a:p>
            <a:endParaRPr lang="id-ID"/>
          </a:p>
        </p:txBody>
      </p:sp>
      <p:sp>
        <p:nvSpPr>
          <p:cNvPr id="6" name="Picture Placeholder 2"/>
          <p:cNvSpPr>
            <a:spLocks noGrp="1"/>
          </p:cNvSpPr>
          <p:nvPr>
            <p:ph type="pic" sz="quarter" idx="13"/>
          </p:nvPr>
        </p:nvSpPr>
        <p:spPr>
          <a:xfrm>
            <a:off x="8259022" y="1558925"/>
            <a:ext cx="3932978" cy="5299075"/>
          </a:xfrm>
          <a:prstGeom prst="rect">
            <a:avLst/>
          </a:prstGeom>
        </p:spPr>
        <p:txBody>
          <a:bodyPr/>
          <a:lstStyle/>
          <a:p>
            <a:endParaRPr lang="id-ID"/>
          </a:p>
        </p:txBody>
      </p:sp>
    </p:spTree>
    <p:extLst>
      <p:ext uri="{BB962C8B-B14F-4D97-AF65-F5344CB8AC3E}">
        <p14:creationId xmlns:p14="http://schemas.microsoft.com/office/powerpoint/2010/main" val="89110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51560" y="1628775"/>
            <a:ext cx="3600450" cy="3600450"/>
          </a:xfrm>
          <a:prstGeom prst="ellipse">
            <a:avLst/>
          </a:prstGeom>
        </p:spPr>
        <p:txBody>
          <a:bodyPr/>
          <a:lstStyle/>
          <a:p>
            <a:endParaRPr lang="id-ID"/>
          </a:p>
        </p:txBody>
      </p:sp>
    </p:spTree>
    <p:extLst>
      <p:ext uri="{BB962C8B-B14F-4D97-AF65-F5344CB8AC3E}">
        <p14:creationId xmlns:p14="http://schemas.microsoft.com/office/powerpoint/2010/main" val="18511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4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448800" y="787400"/>
            <a:ext cx="1739900" cy="1739900"/>
          </a:xfrm>
          <a:prstGeom prst="ellipse">
            <a:avLst/>
          </a:prstGeom>
        </p:spPr>
        <p:txBody>
          <a:bodyPr/>
          <a:lstStyle/>
          <a:p>
            <a:endParaRPr lang="id-ID"/>
          </a:p>
        </p:txBody>
      </p:sp>
      <p:sp>
        <p:nvSpPr>
          <p:cNvPr id="4" name="Picture Placeholder 2"/>
          <p:cNvSpPr>
            <a:spLocks noGrp="1"/>
          </p:cNvSpPr>
          <p:nvPr>
            <p:ph type="pic" sz="quarter" idx="11"/>
          </p:nvPr>
        </p:nvSpPr>
        <p:spPr>
          <a:xfrm>
            <a:off x="6388100" y="4000500"/>
            <a:ext cx="1739900" cy="1739900"/>
          </a:xfrm>
          <a:prstGeom prst="ellipse">
            <a:avLst/>
          </a:prstGeom>
        </p:spPr>
        <p:txBody>
          <a:bodyPr/>
          <a:lstStyle/>
          <a:p>
            <a:endParaRPr lang="id-ID"/>
          </a:p>
        </p:txBody>
      </p:sp>
    </p:spTree>
    <p:extLst>
      <p:ext uri="{BB962C8B-B14F-4D97-AF65-F5344CB8AC3E}">
        <p14:creationId xmlns:p14="http://schemas.microsoft.com/office/powerpoint/2010/main" val="246884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5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048250" y="2846330"/>
            <a:ext cx="2095500" cy="2095500"/>
          </a:xfrm>
          <a:prstGeom prst="ellipse">
            <a:avLst/>
          </a:prstGeom>
        </p:spPr>
        <p:txBody>
          <a:bodyPr/>
          <a:lstStyle/>
          <a:p>
            <a:endParaRPr lang="id-ID"/>
          </a:p>
        </p:txBody>
      </p:sp>
      <p:sp>
        <p:nvSpPr>
          <p:cNvPr id="4" name="Picture Placeholder 2"/>
          <p:cNvSpPr>
            <a:spLocks noGrp="1"/>
          </p:cNvSpPr>
          <p:nvPr>
            <p:ph type="pic" sz="quarter" idx="11"/>
          </p:nvPr>
        </p:nvSpPr>
        <p:spPr>
          <a:xfrm>
            <a:off x="8128000" y="2846330"/>
            <a:ext cx="2095500" cy="2095500"/>
          </a:xfrm>
          <a:prstGeom prst="ellipse">
            <a:avLst/>
          </a:prstGeom>
        </p:spPr>
        <p:txBody>
          <a:bodyPr/>
          <a:lstStyle/>
          <a:p>
            <a:endParaRPr lang="id-ID"/>
          </a:p>
        </p:txBody>
      </p:sp>
      <p:sp>
        <p:nvSpPr>
          <p:cNvPr id="7" name="Picture Placeholder 2"/>
          <p:cNvSpPr>
            <a:spLocks noGrp="1"/>
          </p:cNvSpPr>
          <p:nvPr>
            <p:ph type="pic" sz="quarter" idx="12"/>
          </p:nvPr>
        </p:nvSpPr>
        <p:spPr>
          <a:xfrm>
            <a:off x="1968500" y="2846330"/>
            <a:ext cx="2095500" cy="2095500"/>
          </a:xfrm>
          <a:prstGeom prst="ellipse">
            <a:avLst/>
          </a:prstGeom>
        </p:spPr>
        <p:txBody>
          <a:bodyPr/>
          <a:lstStyle/>
          <a:p>
            <a:endParaRPr lang="id-ID"/>
          </a:p>
        </p:txBody>
      </p:sp>
    </p:spTree>
    <p:extLst>
      <p:ext uri="{BB962C8B-B14F-4D97-AF65-F5344CB8AC3E}">
        <p14:creationId xmlns:p14="http://schemas.microsoft.com/office/powerpoint/2010/main" val="189708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6_Title Slide">
    <p:spTree>
      <p:nvGrpSpPr>
        <p:cNvPr id="1" name=""/>
        <p:cNvGrpSpPr/>
        <p:nvPr/>
      </p:nvGrpSpPr>
      <p:grpSpPr>
        <a:xfrm>
          <a:off x="0" y="0"/>
          <a:ext cx="0" cy="0"/>
          <a:chOff x="0" y="0"/>
          <a:chExt cx="0" cy="0"/>
        </a:xfrm>
      </p:grpSpPr>
      <p:sp>
        <p:nvSpPr>
          <p:cNvPr id="7" name="Rectangle 6"/>
          <p:cNvSpPr/>
          <p:nvPr userDrawn="1"/>
        </p:nvSpPr>
        <p:spPr>
          <a:xfrm>
            <a:off x="0" y="0"/>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 name="Picture Placeholder 4"/>
          <p:cNvSpPr>
            <a:spLocks noGrp="1"/>
          </p:cNvSpPr>
          <p:nvPr>
            <p:ph type="pic" sz="quarter" idx="10"/>
          </p:nvPr>
        </p:nvSpPr>
        <p:spPr>
          <a:xfrm>
            <a:off x="787400" y="1244600"/>
            <a:ext cx="4775200" cy="3429001"/>
          </a:xfrm>
          <a:prstGeom prst="rect">
            <a:avLst/>
          </a:prstGeom>
        </p:spPr>
        <p:txBody>
          <a:bodyPr/>
          <a:lstStyle/>
          <a:p>
            <a:endParaRPr lang="id-ID"/>
          </a:p>
        </p:txBody>
      </p:sp>
      <p:sp>
        <p:nvSpPr>
          <p:cNvPr id="9" name="Picture Placeholder 4"/>
          <p:cNvSpPr>
            <a:spLocks noGrp="1"/>
          </p:cNvSpPr>
          <p:nvPr>
            <p:ph type="pic" sz="quarter" idx="11"/>
          </p:nvPr>
        </p:nvSpPr>
        <p:spPr>
          <a:xfrm>
            <a:off x="6629400" y="1244600"/>
            <a:ext cx="4775200" cy="3429001"/>
          </a:xfrm>
          <a:prstGeom prst="rect">
            <a:avLst/>
          </a:prstGeom>
        </p:spPr>
        <p:txBody>
          <a:bodyPr/>
          <a:lstStyle/>
          <a:p>
            <a:endParaRPr lang="id-ID"/>
          </a:p>
        </p:txBody>
      </p:sp>
    </p:spTree>
    <p:extLst>
      <p:ext uri="{BB962C8B-B14F-4D97-AF65-F5344CB8AC3E}">
        <p14:creationId xmlns:p14="http://schemas.microsoft.com/office/powerpoint/2010/main" val="242495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7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3429001"/>
            <a:ext cx="5939156" cy="3429000"/>
          </a:xfrm>
          <a:prstGeom prst="rect">
            <a:avLst/>
          </a:prstGeom>
        </p:spPr>
        <p:txBody>
          <a:bodyPr/>
          <a:lstStyle/>
          <a:p>
            <a:endParaRPr lang="id-ID"/>
          </a:p>
        </p:txBody>
      </p:sp>
      <p:sp>
        <p:nvSpPr>
          <p:cNvPr id="7" name="Picture Placeholder 5"/>
          <p:cNvSpPr>
            <a:spLocks noGrp="1"/>
          </p:cNvSpPr>
          <p:nvPr>
            <p:ph type="pic" sz="quarter" idx="11"/>
          </p:nvPr>
        </p:nvSpPr>
        <p:spPr>
          <a:xfrm>
            <a:off x="6124576" y="2558638"/>
            <a:ext cx="6067424" cy="4299362"/>
          </a:xfrm>
          <a:prstGeom prst="rect">
            <a:avLst/>
          </a:prstGeom>
        </p:spPr>
        <p:txBody>
          <a:bodyPr/>
          <a:lstStyle/>
          <a:p>
            <a:endParaRPr lang="id-ID"/>
          </a:p>
        </p:txBody>
      </p:sp>
      <p:sp>
        <p:nvSpPr>
          <p:cNvPr id="8" name="Picture Placeholder 5"/>
          <p:cNvSpPr>
            <a:spLocks noGrp="1"/>
          </p:cNvSpPr>
          <p:nvPr>
            <p:ph type="pic" sz="quarter" idx="12"/>
          </p:nvPr>
        </p:nvSpPr>
        <p:spPr>
          <a:xfrm>
            <a:off x="-37787" y="0"/>
            <a:ext cx="3025876" cy="3254188"/>
          </a:xfrm>
          <a:prstGeom prst="rect">
            <a:avLst/>
          </a:prstGeom>
        </p:spPr>
        <p:txBody>
          <a:bodyPr/>
          <a:lstStyle/>
          <a:p>
            <a:endParaRPr lang="id-ID"/>
          </a:p>
        </p:txBody>
      </p:sp>
      <p:sp>
        <p:nvSpPr>
          <p:cNvPr id="9" name="Picture Placeholder 5"/>
          <p:cNvSpPr>
            <a:spLocks noGrp="1"/>
          </p:cNvSpPr>
          <p:nvPr>
            <p:ph type="pic" sz="quarter" idx="13"/>
          </p:nvPr>
        </p:nvSpPr>
        <p:spPr>
          <a:xfrm>
            <a:off x="3173507" y="0"/>
            <a:ext cx="2765650" cy="3254188"/>
          </a:xfrm>
          <a:prstGeom prst="rect">
            <a:avLst/>
          </a:prstGeom>
        </p:spPr>
        <p:txBody>
          <a:bodyPr/>
          <a:lstStyle/>
          <a:p>
            <a:endParaRPr lang="id-ID"/>
          </a:p>
        </p:txBody>
      </p:sp>
    </p:spTree>
    <p:extLst>
      <p:ext uri="{BB962C8B-B14F-4D97-AF65-F5344CB8AC3E}">
        <p14:creationId xmlns:p14="http://schemas.microsoft.com/office/powerpoint/2010/main" val="104148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8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5660264" cy="3708220"/>
          </a:xfrm>
          <a:prstGeom prst="rect">
            <a:avLst/>
          </a:prstGeom>
        </p:spPr>
        <p:txBody>
          <a:bodyPr/>
          <a:lstStyle/>
          <a:p>
            <a:endParaRPr lang="id-ID"/>
          </a:p>
        </p:txBody>
      </p:sp>
      <p:sp>
        <p:nvSpPr>
          <p:cNvPr id="6" name="Picture Placeholder 4"/>
          <p:cNvSpPr>
            <a:spLocks noGrp="1"/>
          </p:cNvSpPr>
          <p:nvPr>
            <p:ph type="pic" sz="quarter" idx="12"/>
          </p:nvPr>
        </p:nvSpPr>
        <p:spPr>
          <a:xfrm>
            <a:off x="9100000" y="0"/>
            <a:ext cx="3092000" cy="3707395"/>
          </a:xfrm>
          <a:prstGeom prst="rect">
            <a:avLst/>
          </a:prstGeom>
        </p:spPr>
        <p:txBody>
          <a:bodyPr/>
          <a:lstStyle/>
          <a:p>
            <a:endParaRPr lang="id-ID"/>
          </a:p>
        </p:txBody>
      </p:sp>
      <p:sp>
        <p:nvSpPr>
          <p:cNvPr id="7" name="Picture Placeholder 4"/>
          <p:cNvSpPr>
            <a:spLocks noGrp="1"/>
          </p:cNvSpPr>
          <p:nvPr>
            <p:ph type="pic" sz="quarter" idx="13"/>
          </p:nvPr>
        </p:nvSpPr>
        <p:spPr>
          <a:xfrm>
            <a:off x="0" y="3872753"/>
            <a:ext cx="12192000" cy="2985247"/>
          </a:xfrm>
          <a:prstGeom prst="rect">
            <a:avLst/>
          </a:prstGeom>
        </p:spPr>
        <p:txBody>
          <a:bodyPr/>
          <a:lstStyle/>
          <a:p>
            <a:endParaRPr lang="id-ID"/>
          </a:p>
        </p:txBody>
      </p:sp>
      <p:sp>
        <p:nvSpPr>
          <p:cNvPr id="8" name="Picture Placeholder 4"/>
          <p:cNvSpPr>
            <a:spLocks noGrp="1"/>
          </p:cNvSpPr>
          <p:nvPr>
            <p:ph type="pic" sz="quarter" idx="14"/>
          </p:nvPr>
        </p:nvSpPr>
        <p:spPr>
          <a:xfrm>
            <a:off x="5834132" y="0"/>
            <a:ext cx="3092000" cy="3707395"/>
          </a:xfrm>
          <a:prstGeom prst="rect">
            <a:avLst/>
          </a:prstGeom>
        </p:spPr>
        <p:txBody>
          <a:bodyPr/>
          <a:lstStyle/>
          <a:p>
            <a:endParaRPr lang="id-ID"/>
          </a:p>
        </p:txBody>
      </p:sp>
    </p:spTree>
    <p:extLst>
      <p:ext uri="{BB962C8B-B14F-4D97-AF65-F5344CB8AC3E}">
        <p14:creationId xmlns:p14="http://schemas.microsoft.com/office/powerpoint/2010/main" val="151334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9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6096000" y="742156"/>
            <a:ext cx="5373688" cy="5373687"/>
          </a:xfrm>
          <a:prstGeom prst="ellipse">
            <a:avLst/>
          </a:prstGeom>
        </p:spPr>
        <p:txBody>
          <a:bodyPr/>
          <a:lstStyle/>
          <a:p>
            <a:endParaRPr lang="id-ID"/>
          </a:p>
        </p:txBody>
      </p:sp>
    </p:spTree>
    <p:extLst>
      <p:ext uri="{BB962C8B-B14F-4D97-AF65-F5344CB8AC3E}">
        <p14:creationId xmlns:p14="http://schemas.microsoft.com/office/powerpoint/2010/main" val="108682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0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p>
            <a:endParaRPr lang="id-ID"/>
          </a:p>
        </p:txBody>
      </p:sp>
    </p:spTree>
    <p:extLst>
      <p:ext uri="{BB962C8B-B14F-4D97-AF65-F5344CB8AC3E}">
        <p14:creationId xmlns:p14="http://schemas.microsoft.com/office/powerpoint/2010/main" val="268957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2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492947" y="3448909"/>
            <a:ext cx="2171700" cy="2171700"/>
          </a:xfrm>
          <a:prstGeom prst="ellipse">
            <a:avLst/>
          </a:prstGeom>
        </p:spPr>
        <p:txBody>
          <a:bodyPr/>
          <a:lstStyle/>
          <a:p>
            <a:endParaRPr lang="id-ID"/>
          </a:p>
        </p:txBody>
      </p:sp>
      <p:sp>
        <p:nvSpPr>
          <p:cNvPr id="4" name="Picture Placeholder 2"/>
          <p:cNvSpPr>
            <a:spLocks noGrp="1"/>
          </p:cNvSpPr>
          <p:nvPr>
            <p:ph type="pic" sz="quarter" idx="11"/>
          </p:nvPr>
        </p:nvSpPr>
        <p:spPr>
          <a:xfrm>
            <a:off x="3848100" y="3448909"/>
            <a:ext cx="2171700" cy="2171700"/>
          </a:xfrm>
          <a:prstGeom prst="ellipse">
            <a:avLst/>
          </a:prstGeom>
        </p:spPr>
        <p:txBody>
          <a:bodyPr/>
          <a:lstStyle/>
          <a:p>
            <a:endParaRPr lang="id-ID"/>
          </a:p>
        </p:txBody>
      </p:sp>
      <p:sp>
        <p:nvSpPr>
          <p:cNvPr id="5" name="Picture Placeholder 2"/>
          <p:cNvSpPr>
            <a:spLocks noGrp="1"/>
          </p:cNvSpPr>
          <p:nvPr>
            <p:ph type="pic" sz="quarter" idx="12"/>
          </p:nvPr>
        </p:nvSpPr>
        <p:spPr>
          <a:xfrm>
            <a:off x="8558406" y="3448909"/>
            <a:ext cx="2171700" cy="2171700"/>
          </a:xfrm>
          <a:prstGeom prst="ellipse">
            <a:avLst/>
          </a:prstGeom>
        </p:spPr>
        <p:txBody>
          <a:bodyPr/>
          <a:lstStyle/>
          <a:p>
            <a:endParaRPr lang="id-ID"/>
          </a:p>
        </p:txBody>
      </p:sp>
      <p:sp>
        <p:nvSpPr>
          <p:cNvPr id="6" name="Picture Placeholder 2"/>
          <p:cNvSpPr>
            <a:spLocks noGrp="1"/>
          </p:cNvSpPr>
          <p:nvPr>
            <p:ph type="pic" sz="quarter" idx="13"/>
          </p:nvPr>
        </p:nvSpPr>
        <p:spPr>
          <a:xfrm>
            <a:off x="6203253" y="3448909"/>
            <a:ext cx="2171700" cy="2171700"/>
          </a:xfrm>
          <a:prstGeom prst="ellipse">
            <a:avLst/>
          </a:prstGeom>
        </p:spPr>
        <p:txBody>
          <a:bodyPr/>
          <a:lstStyle/>
          <a:p>
            <a:endParaRPr lang="id-ID" dirty="0"/>
          </a:p>
        </p:txBody>
      </p:sp>
    </p:spTree>
    <p:extLst>
      <p:ext uri="{BB962C8B-B14F-4D97-AF65-F5344CB8AC3E}">
        <p14:creationId xmlns:p14="http://schemas.microsoft.com/office/powerpoint/2010/main" val="270339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3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4987289" cy="3459423"/>
          </a:xfrm>
          <a:prstGeom prst="rect">
            <a:avLst/>
          </a:prstGeom>
        </p:spPr>
        <p:txBody>
          <a:bodyPr/>
          <a:lstStyle/>
          <a:p>
            <a:endParaRPr lang="id-ID"/>
          </a:p>
        </p:txBody>
      </p:sp>
      <p:sp>
        <p:nvSpPr>
          <p:cNvPr id="4" name="Picture Placeholder 2"/>
          <p:cNvSpPr>
            <a:spLocks noGrp="1"/>
          </p:cNvSpPr>
          <p:nvPr>
            <p:ph type="pic" sz="quarter" idx="11"/>
          </p:nvPr>
        </p:nvSpPr>
        <p:spPr>
          <a:xfrm>
            <a:off x="5114924" y="0"/>
            <a:ext cx="3124201" cy="3459423"/>
          </a:xfrm>
          <a:prstGeom prst="rect">
            <a:avLst/>
          </a:prstGeom>
        </p:spPr>
        <p:txBody>
          <a:bodyPr/>
          <a:lstStyle/>
          <a:p>
            <a:endParaRPr lang="id-ID"/>
          </a:p>
        </p:txBody>
      </p:sp>
      <p:sp>
        <p:nvSpPr>
          <p:cNvPr id="6" name="Picture Placeholder 2"/>
          <p:cNvSpPr>
            <a:spLocks noGrp="1"/>
          </p:cNvSpPr>
          <p:nvPr>
            <p:ph type="pic" sz="quarter" idx="12"/>
          </p:nvPr>
        </p:nvSpPr>
        <p:spPr>
          <a:xfrm>
            <a:off x="8366760" y="0"/>
            <a:ext cx="3825240" cy="6844664"/>
          </a:xfrm>
          <a:prstGeom prst="rect">
            <a:avLst/>
          </a:prstGeom>
        </p:spPr>
        <p:txBody>
          <a:bodyPr/>
          <a:lstStyle/>
          <a:p>
            <a:endParaRPr lang="id-ID"/>
          </a:p>
        </p:txBody>
      </p:sp>
      <p:sp>
        <p:nvSpPr>
          <p:cNvPr id="7" name="Picture Placeholder 2"/>
          <p:cNvSpPr>
            <a:spLocks noGrp="1"/>
          </p:cNvSpPr>
          <p:nvPr>
            <p:ph type="pic" sz="quarter" idx="13"/>
          </p:nvPr>
        </p:nvSpPr>
        <p:spPr>
          <a:xfrm>
            <a:off x="-1" y="3606800"/>
            <a:ext cx="8239126" cy="3251200"/>
          </a:xfrm>
          <a:prstGeom prst="rect">
            <a:avLst/>
          </a:prstGeom>
        </p:spPr>
        <p:txBody>
          <a:bodyPr/>
          <a:lstStyle/>
          <a:p>
            <a:endParaRPr lang="id-ID"/>
          </a:p>
        </p:txBody>
      </p:sp>
    </p:spTree>
    <p:extLst>
      <p:ext uri="{BB962C8B-B14F-4D97-AF65-F5344CB8AC3E}">
        <p14:creationId xmlns:p14="http://schemas.microsoft.com/office/powerpoint/2010/main" val="285262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4_Title Slid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3380363" y="2854858"/>
            <a:ext cx="1570316" cy="1570316"/>
          </a:xfrm>
          <a:prstGeom prst="ellipse">
            <a:avLst/>
          </a:prstGeom>
        </p:spPr>
        <p:txBody>
          <a:bodyPr/>
          <a:lstStyle/>
          <a:p>
            <a:endParaRPr lang="id-ID" dirty="0"/>
          </a:p>
        </p:txBody>
      </p:sp>
      <p:sp>
        <p:nvSpPr>
          <p:cNvPr id="3" name="Picture Placeholder 2"/>
          <p:cNvSpPr>
            <a:spLocks noGrp="1"/>
          </p:cNvSpPr>
          <p:nvPr>
            <p:ph type="pic" sz="quarter" idx="11"/>
          </p:nvPr>
        </p:nvSpPr>
        <p:spPr>
          <a:xfrm>
            <a:off x="5310842" y="2854858"/>
            <a:ext cx="1570316" cy="1570316"/>
          </a:xfrm>
          <a:prstGeom prst="ellipse">
            <a:avLst/>
          </a:prstGeom>
        </p:spPr>
        <p:txBody>
          <a:bodyPr/>
          <a:lstStyle/>
          <a:p>
            <a:endParaRPr lang="id-ID"/>
          </a:p>
        </p:txBody>
      </p:sp>
      <p:sp>
        <p:nvSpPr>
          <p:cNvPr id="4" name="Picture Placeholder 2"/>
          <p:cNvSpPr>
            <a:spLocks noGrp="1"/>
          </p:cNvSpPr>
          <p:nvPr>
            <p:ph type="pic" sz="quarter" idx="12"/>
          </p:nvPr>
        </p:nvSpPr>
        <p:spPr>
          <a:xfrm>
            <a:off x="7241321" y="2854858"/>
            <a:ext cx="1570316" cy="1570316"/>
          </a:xfrm>
          <a:prstGeom prst="ellipse">
            <a:avLst/>
          </a:prstGeom>
        </p:spPr>
        <p:txBody>
          <a:bodyPr/>
          <a:lstStyle/>
          <a:p>
            <a:endParaRPr lang="id-ID"/>
          </a:p>
        </p:txBody>
      </p:sp>
    </p:spTree>
    <p:extLst>
      <p:ext uri="{BB962C8B-B14F-4D97-AF65-F5344CB8AC3E}">
        <p14:creationId xmlns:p14="http://schemas.microsoft.com/office/powerpoint/2010/main" val="411576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6_Title Slid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184610" y="2854858"/>
            <a:ext cx="1570316" cy="1570316"/>
          </a:xfrm>
          <a:prstGeom prst="ellipse">
            <a:avLst/>
          </a:prstGeom>
        </p:spPr>
        <p:txBody>
          <a:bodyPr/>
          <a:lstStyle/>
          <a:p>
            <a:endParaRPr lang="id-ID" dirty="0"/>
          </a:p>
        </p:txBody>
      </p:sp>
      <p:sp>
        <p:nvSpPr>
          <p:cNvPr id="3" name="Picture Placeholder 2"/>
          <p:cNvSpPr>
            <a:spLocks noGrp="1"/>
          </p:cNvSpPr>
          <p:nvPr>
            <p:ph type="pic" sz="quarter" idx="11"/>
          </p:nvPr>
        </p:nvSpPr>
        <p:spPr>
          <a:xfrm>
            <a:off x="5310842" y="2854858"/>
            <a:ext cx="1570316" cy="1570316"/>
          </a:xfrm>
          <a:prstGeom prst="ellipse">
            <a:avLst/>
          </a:prstGeom>
        </p:spPr>
        <p:txBody>
          <a:bodyPr/>
          <a:lstStyle/>
          <a:p>
            <a:endParaRPr lang="id-ID"/>
          </a:p>
        </p:txBody>
      </p:sp>
      <p:sp>
        <p:nvSpPr>
          <p:cNvPr id="4" name="Picture Placeholder 2"/>
          <p:cNvSpPr>
            <a:spLocks noGrp="1"/>
          </p:cNvSpPr>
          <p:nvPr>
            <p:ph type="pic" sz="quarter" idx="12"/>
          </p:nvPr>
        </p:nvSpPr>
        <p:spPr>
          <a:xfrm>
            <a:off x="8437074" y="2854858"/>
            <a:ext cx="1570316" cy="1570316"/>
          </a:xfrm>
          <a:prstGeom prst="ellipse">
            <a:avLst/>
          </a:prstGeom>
        </p:spPr>
        <p:txBody>
          <a:bodyPr/>
          <a:lstStyle/>
          <a:p>
            <a:endParaRPr lang="id-ID"/>
          </a:p>
        </p:txBody>
      </p:sp>
    </p:spTree>
    <p:extLst>
      <p:ext uri="{BB962C8B-B14F-4D97-AF65-F5344CB8AC3E}">
        <p14:creationId xmlns:p14="http://schemas.microsoft.com/office/powerpoint/2010/main" val="21561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7_Title Slide">
    <p:spTree>
      <p:nvGrpSpPr>
        <p:cNvPr id="1" name=""/>
        <p:cNvGrpSpPr/>
        <p:nvPr/>
      </p:nvGrpSpPr>
      <p:grpSpPr>
        <a:xfrm>
          <a:off x="0" y="0"/>
          <a:ext cx="0" cy="0"/>
          <a:chOff x="0" y="0"/>
          <a:chExt cx="0" cy="0"/>
        </a:xfrm>
      </p:grpSpPr>
      <p:sp>
        <p:nvSpPr>
          <p:cNvPr id="2" name="Picture Placeholder 7"/>
          <p:cNvSpPr>
            <a:spLocks noGrp="1"/>
          </p:cNvSpPr>
          <p:nvPr>
            <p:ph type="pic" sz="quarter" idx="10"/>
          </p:nvPr>
        </p:nvSpPr>
        <p:spPr>
          <a:xfrm>
            <a:off x="6096000" y="0"/>
            <a:ext cx="6096000" cy="3429000"/>
          </a:xfrm>
          <a:prstGeom prst="rect">
            <a:avLst/>
          </a:prstGeom>
        </p:spPr>
        <p:txBody>
          <a:bodyPr/>
          <a:lstStyle/>
          <a:p>
            <a:endParaRPr lang="id-ID"/>
          </a:p>
        </p:txBody>
      </p:sp>
      <p:sp>
        <p:nvSpPr>
          <p:cNvPr id="3" name="Picture Placeholder 7"/>
          <p:cNvSpPr>
            <a:spLocks noGrp="1"/>
          </p:cNvSpPr>
          <p:nvPr>
            <p:ph type="pic" sz="quarter" idx="11"/>
          </p:nvPr>
        </p:nvSpPr>
        <p:spPr>
          <a:xfrm>
            <a:off x="6096000" y="3429000"/>
            <a:ext cx="6096000" cy="3429000"/>
          </a:xfrm>
          <a:prstGeom prst="rect">
            <a:avLst/>
          </a:prstGeom>
        </p:spPr>
        <p:txBody>
          <a:bodyPr/>
          <a:lstStyle/>
          <a:p>
            <a:endParaRPr lang="id-ID"/>
          </a:p>
        </p:txBody>
      </p:sp>
    </p:spTree>
    <p:extLst>
      <p:ext uri="{BB962C8B-B14F-4D97-AF65-F5344CB8AC3E}">
        <p14:creationId xmlns:p14="http://schemas.microsoft.com/office/powerpoint/2010/main" val="79628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8_Title Slide">
    <p:spTree>
      <p:nvGrpSpPr>
        <p:cNvPr id="1" name=""/>
        <p:cNvGrpSpPr/>
        <p:nvPr/>
      </p:nvGrpSpPr>
      <p:grpSpPr>
        <a:xfrm>
          <a:off x="0" y="0"/>
          <a:ext cx="0" cy="0"/>
          <a:chOff x="0" y="0"/>
          <a:chExt cx="0" cy="0"/>
        </a:xfrm>
      </p:grpSpPr>
      <p:sp>
        <p:nvSpPr>
          <p:cNvPr id="2" name="Rectangle 1"/>
          <p:cNvSpPr/>
          <p:nvPr userDrawn="1"/>
        </p:nvSpPr>
        <p:spPr>
          <a:xfrm>
            <a:off x="0" y="4149091"/>
            <a:ext cx="12192000" cy="27089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pic>
        <p:nvPicPr>
          <p:cNvPr id="3" name="Picture 2" descr="iPhone-Mockup-PSD.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2120492"/>
            <a:ext cx="4045062" cy="4759628"/>
          </a:xfrm>
          <a:prstGeom prst="rect">
            <a:avLst/>
          </a:prstGeom>
        </p:spPr>
      </p:pic>
      <p:sp>
        <p:nvSpPr>
          <p:cNvPr id="4" name="Picture Placeholder 3"/>
          <p:cNvSpPr>
            <a:spLocks noGrp="1"/>
          </p:cNvSpPr>
          <p:nvPr>
            <p:ph type="pic" sz="quarter" idx="10"/>
          </p:nvPr>
        </p:nvSpPr>
        <p:spPr>
          <a:xfrm rot="1255351">
            <a:off x="1781093" y="2778451"/>
            <a:ext cx="1606015" cy="2809605"/>
          </a:xfrm>
          <a:prstGeom prst="rect">
            <a:avLst/>
          </a:prstGeom>
        </p:spPr>
        <p:txBody>
          <a:bodyPr/>
          <a:lstStyle/>
          <a:p>
            <a:endParaRPr lang="id-ID"/>
          </a:p>
        </p:txBody>
      </p:sp>
      <p:sp>
        <p:nvSpPr>
          <p:cNvPr id="6" name="Picture Placeholder 5"/>
          <p:cNvSpPr>
            <a:spLocks noGrp="1"/>
          </p:cNvSpPr>
          <p:nvPr>
            <p:ph type="pic" sz="quarter" idx="11"/>
          </p:nvPr>
        </p:nvSpPr>
        <p:spPr>
          <a:xfrm>
            <a:off x="5377439" y="5441315"/>
            <a:ext cx="1885950" cy="489463"/>
          </a:xfrm>
          <a:prstGeom prst="rect">
            <a:avLst/>
          </a:prstGeom>
        </p:spPr>
        <p:txBody>
          <a:bodyPr/>
          <a:lstStyle/>
          <a:p>
            <a:endParaRPr lang="id-ID"/>
          </a:p>
        </p:txBody>
      </p:sp>
      <p:sp>
        <p:nvSpPr>
          <p:cNvPr id="7" name="Picture Placeholder 5"/>
          <p:cNvSpPr>
            <a:spLocks noGrp="1"/>
          </p:cNvSpPr>
          <p:nvPr>
            <p:ph type="pic" sz="quarter" idx="12"/>
          </p:nvPr>
        </p:nvSpPr>
        <p:spPr>
          <a:xfrm>
            <a:off x="7423409" y="5441315"/>
            <a:ext cx="1885950" cy="489463"/>
          </a:xfrm>
          <a:prstGeom prst="rect">
            <a:avLst/>
          </a:prstGeom>
        </p:spPr>
        <p:txBody>
          <a:bodyPr/>
          <a:lstStyle/>
          <a:p>
            <a:endParaRPr lang="id-ID" dirty="0"/>
          </a:p>
        </p:txBody>
      </p:sp>
    </p:spTree>
    <p:extLst>
      <p:ext uri="{BB962C8B-B14F-4D97-AF65-F5344CB8AC3E}">
        <p14:creationId xmlns:p14="http://schemas.microsoft.com/office/powerpoint/2010/main" val="101512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10" presetClass="entr" presetSubtype="0" fill="hold" grpId="0" nodeType="after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1000"/>
                            </p:stCondLst>
                            <p:childTnLst>
                              <p:par>
                                <p:cTn id="14" presetID="10" presetClass="entr" presetSubtype="0" fill="hold" grpId="0" nodeType="afterEffect" nodePh="1">
                                  <p:stCondLst>
                                    <p:cond delay="0"/>
                                  </p:stCondLst>
                                  <p:endCondLst>
                                    <p:cond evt="begin" delay="0">
                                      <p:tn val="14"/>
                                    </p:cond>
                                  </p:end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1500"/>
                            </p:stCondLst>
                            <p:childTnLst>
                              <p:par>
                                <p:cTn id="18" presetID="10" presetClass="entr" presetSubtype="0" fill="hold" grpId="0" nodeType="afterEffect" nodePh="1">
                                  <p:stCondLst>
                                    <p:cond delay="0"/>
                                  </p:stCondLst>
                                  <p:endCondLst>
                                    <p:cond evt="begin" delay="0">
                                      <p:tn val="18"/>
                                    </p:cond>
                                  </p:end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9_Title Slide">
    <p:spTree>
      <p:nvGrpSpPr>
        <p:cNvPr id="1" name=""/>
        <p:cNvGrpSpPr/>
        <p:nvPr/>
      </p:nvGrpSpPr>
      <p:grpSpPr>
        <a:xfrm>
          <a:off x="0" y="0"/>
          <a:ext cx="0" cy="0"/>
          <a:chOff x="0" y="0"/>
          <a:chExt cx="0" cy="0"/>
        </a:xfrm>
      </p:grpSpPr>
      <p:sp>
        <p:nvSpPr>
          <p:cNvPr id="4" name="Rectangle 3"/>
          <p:cNvSpPr/>
          <p:nvPr userDrawn="1"/>
        </p:nvSpPr>
        <p:spPr>
          <a:xfrm>
            <a:off x="0" y="2843"/>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pic>
        <p:nvPicPr>
          <p:cNvPr id="2" name="Picture 1" descr="iPhone-Mockup-PSD.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79145" y="610011"/>
            <a:ext cx="5312855" cy="6250534"/>
          </a:xfrm>
          <a:prstGeom prst="rect">
            <a:avLst/>
          </a:prstGeom>
        </p:spPr>
      </p:pic>
      <p:sp>
        <p:nvSpPr>
          <p:cNvPr id="3" name="Picture Placeholder 3"/>
          <p:cNvSpPr>
            <a:spLocks noGrp="1"/>
          </p:cNvSpPr>
          <p:nvPr>
            <p:ph type="pic" sz="quarter" idx="11"/>
          </p:nvPr>
        </p:nvSpPr>
        <p:spPr>
          <a:xfrm rot="20344649" flipH="1">
            <a:off x="7751364" y="1453578"/>
            <a:ext cx="2109366" cy="3689683"/>
          </a:xfrm>
          <a:prstGeom prst="rect">
            <a:avLst/>
          </a:prstGeom>
        </p:spPr>
        <p:txBody>
          <a:bodyPr lIns="91413" tIns="45706" rIns="91413" bIns="45706"/>
          <a:lstStyle/>
          <a:p>
            <a:endParaRPr lang="id-ID"/>
          </a:p>
        </p:txBody>
      </p:sp>
      <p:sp>
        <p:nvSpPr>
          <p:cNvPr id="5" name="Picture Placeholder 5"/>
          <p:cNvSpPr>
            <a:spLocks noGrp="1"/>
          </p:cNvSpPr>
          <p:nvPr>
            <p:ph type="pic" sz="quarter" idx="12"/>
          </p:nvPr>
        </p:nvSpPr>
        <p:spPr>
          <a:xfrm>
            <a:off x="1079202" y="4123182"/>
            <a:ext cx="1885950" cy="489463"/>
          </a:xfrm>
          <a:prstGeom prst="rect">
            <a:avLst/>
          </a:prstGeom>
        </p:spPr>
        <p:txBody>
          <a:bodyPr/>
          <a:lstStyle/>
          <a:p>
            <a:endParaRPr lang="id-ID"/>
          </a:p>
        </p:txBody>
      </p:sp>
      <p:sp>
        <p:nvSpPr>
          <p:cNvPr id="6" name="Picture Placeholder 5"/>
          <p:cNvSpPr>
            <a:spLocks noGrp="1"/>
          </p:cNvSpPr>
          <p:nvPr>
            <p:ph type="pic" sz="quarter" idx="13"/>
          </p:nvPr>
        </p:nvSpPr>
        <p:spPr>
          <a:xfrm>
            <a:off x="3125172" y="4123182"/>
            <a:ext cx="1885950" cy="489463"/>
          </a:xfrm>
          <a:prstGeom prst="rect">
            <a:avLst/>
          </a:prstGeom>
        </p:spPr>
        <p:txBody>
          <a:bodyPr/>
          <a:lstStyle/>
          <a:p>
            <a:endParaRPr lang="id-ID"/>
          </a:p>
        </p:txBody>
      </p:sp>
    </p:spTree>
    <p:extLst>
      <p:ext uri="{BB962C8B-B14F-4D97-AF65-F5344CB8AC3E}">
        <p14:creationId xmlns:p14="http://schemas.microsoft.com/office/powerpoint/2010/main" val="3589925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Right)">
                                      <p:cBhvr>
                                        <p:cTn id="7" dur="500"/>
                                        <p:tgtEl>
                                          <p:spTgt spid="2"/>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5_Title Slide">
    <p:spTree>
      <p:nvGrpSpPr>
        <p:cNvPr id="1" name=""/>
        <p:cNvGrpSpPr/>
        <p:nvPr/>
      </p:nvGrpSpPr>
      <p:grpSpPr>
        <a:xfrm>
          <a:off x="0" y="0"/>
          <a:ext cx="0" cy="0"/>
          <a:chOff x="0" y="0"/>
          <a:chExt cx="0" cy="0"/>
        </a:xfrm>
      </p:grpSpPr>
      <p:pic>
        <p:nvPicPr>
          <p:cNvPr id="2" name="Picture 1" descr="Ipad Black.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579351" y="3114261"/>
            <a:ext cx="2085016" cy="3045852"/>
          </a:xfrm>
          <a:prstGeom prst="rect">
            <a:avLst/>
          </a:prstGeom>
        </p:spPr>
      </p:pic>
      <p:pic>
        <p:nvPicPr>
          <p:cNvPr id="3" name="Picture 2" descr="Ipad Black.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514381" y="3114261"/>
            <a:ext cx="2085016" cy="3045852"/>
          </a:xfrm>
          <a:prstGeom prst="rect">
            <a:avLst/>
          </a:prstGeom>
        </p:spPr>
      </p:pic>
      <p:sp>
        <p:nvSpPr>
          <p:cNvPr id="4" name="Picture Placeholder 4"/>
          <p:cNvSpPr>
            <a:spLocks noGrp="1"/>
          </p:cNvSpPr>
          <p:nvPr>
            <p:ph type="pic" sz="quarter" idx="12"/>
          </p:nvPr>
        </p:nvSpPr>
        <p:spPr>
          <a:xfrm>
            <a:off x="7229763" y="3504401"/>
            <a:ext cx="1147484" cy="2239068"/>
          </a:xfrm>
          <a:prstGeom prst="rect">
            <a:avLst/>
          </a:prstGeom>
        </p:spPr>
        <p:txBody>
          <a:bodyPr/>
          <a:lstStyle/>
          <a:p>
            <a:endParaRPr lang="en-US" dirty="0"/>
          </a:p>
        </p:txBody>
      </p:sp>
      <p:pic>
        <p:nvPicPr>
          <p:cNvPr id="5" name="Picture 4" descr="Ipad Black.pn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37043" y="2798066"/>
            <a:ext cx="2517914" cy="3678242"/>
          </a:xfrm>
          <a:prstGeom prst="rect">
            <a:avLst/>
          </a:prstGeom>
        </p:spPr>
      </p:pic>
      <p:sp>
        <p:nvSpPr>
          <p:cNvPr id="6" name="Picture Placeholder 4"/>
          <p:cNvSpPr>
            <a:spLocks noGrp="1"/>
          </p:cNvSpPr>
          <p:nvPr>
            <p:ph type="pic" sz="quarter" idx="11"/>
          </p:nvPr>
        </p:nvSpPr>
        <p:spPr>
          <a:xfrm>
            <a:off x="5070633" y="3261983"/>
            <a:ext cx="2050736" cy="2703952"/>
          </a:xfrm>
          <a:prstGeom prst="rect">
            <a:avLst/>
          </a:prstGeom>
        </p:spPr>
        <p:txBody>
          <a:bodyPr/>
          <a:lstStyle/>
          <a:p>
            <a:endParaRPr lang="en-US" dirty="0"/>
          </a:p>
        </p:txBody>
      </p:sp>
      <p:sp>
        <p:nvSpPr>
          <p:cNvPr id="7" name="Picture Placeholder 4"/>
          <p:cNvSpPr>
            <a:spLocks noGrp="1"/>
          </p:cNvSpPr>
          <p:nvPr>
            <p:ph type="pic" sz="quarter" idx="13"/>
          </p:nvPr>
        </p:nvSpPr>
        <p:spPr>
          <a:xfrm>
            <a:off x="3766679" y="3507676"/>
            <a:ext cx="1147484" cy="2239068"/>
          </a:xfrm>
          <a:prstGeom prst="rect">
            <a:avLst/>
          </a:prstGeom>
        </p:spPr>
        <p:txBody>
          <a:bodyPr/>
          <a:lstStyle/>
          <a:p>
            <a:endParaRPr lang="en-US" dirty="0"/>
          </a:p>
        </p:txBody>
      </p:sp>
    </p:spTree>
    <p:extLst>
      <p:ext uri="{BB962C8B-B14F-4D97-AF65-F5344CB8AC3E}">
        <p14:creationId xmlns:p14="http://schemas.microsoft.com/office/powerpoint/2010/main" val="205226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anim calcmode="lin" valueType="num">
                                      <p:cBhvr>
                                        <p:cTn id="18" dur="500" fill="hold"/>
                                        <p:tgtEl>
                                          <p:spTgt spid="3"/>
                                        </p:tgtEl>
                                        <p:attrNameLst>
                                          <p:attrName>ppt_x</p:attrName>
                                        </p:attrNameLst>
                                      </p:cBhvr>
                                      <p:tavLst>
                                        <p:tav tm="0">
                                          <p:val>
                                            <p:strVal val="#ppt_x"/>
                                          </p:val>
                                        </p:tav>
                                        <p:tav tm="100000">
                                          <p:val>
                                            <p:strVal val="#ppt_x"/>
                                          </p:val>
                                        </p:tav>
                                      </p:tavLst>
                                    </p:anim>
                                    <p:anim calcmode="lin" valueType="num">
                                      <p:cBhvr>
                                        <p:cTn id="19" dur="5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nodePh="1">
                                  <p:stCondLst>
                                    <p:cond delay="0"/>
                                  </p:stCondLst>
                                  <p:endCondLst>
                                    <p:cond evt="begin" delay="0">
                                      <p:tn val="24"/>
                                    </p:cond>
                                  </p:end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nodePh="1">
                                  <p:stCondLst>
                                    <p:cond delay="0"/>
                                  </p:stCondLst>
                                  <p:endCondLst>
                                    <p:cond evt="begin" delay="0">
                                      <p:tn val="27"/>
                                    </p:cond>
                                  </p:end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0_Title Slide">
    <p:spTree>
      <p:nvGrpSpPr>
        <p:cNvPr id="1" name=""/>
        <p:cNvGrpSpPr/>
        <p:nvPr/>
      </p:nvGrpSpPr>
      <p:grpSpPr>
        <a:xfrm>
          <a:off x="0" y="0"/>
          <a:ext cx="0" cy="0"/>
          <a:chOff x="0" y="0"/>
          <a:chExt cx="0" cy="0"/>
        </a:xfrm>
      </p:grpSpPr>
      <p:pic>
        <p:nvPicPr>
          <p:cNvPr id="3" name="Picture 2" descr="C:\Users\ilie\Desktop\flat-iphone-mockups.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a:ext>
            </a:extLst>
          </a:blip>
          <a:srcRect/>
          <a:stretch>
            <a:fillRect/>
          </a:stretch>
        </p:blipFill>
        <p:spPr bwMode="auto">
          <a:xfrm>
            <a:off x="8427104" y="1151615"/>
            <a:ext cx="2833960" cy="5141393"/>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2" descr="C:\Users\ilie\Desktop\flat-iphone-mockups.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a:ext>
            </a:extLst>
          </a:blip>
          <a:srcRect/>
          <a:stretch>
            <a:fillRect/>
          </a:stretch>
        </p:blipFill>
        <p:spPr bwMode="auto">
          <a:xfrm>
            <a:off x="6912988" y="685801"/>
            <a:ext cx="3234141" cy="58674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Picture Placeholder 1"/>
          <p:cNvSpPr>
            <a:spLocks noGrp="1"/>
          </p:cNvSpPr>
          <p:nvPr>
            <p:ph type="pic" sz="quarter" idx="10"/>
          </p:nvPr>
        </p:nvSpPr>
        <p:spPr>
          <a:xfrm>
            <a:off x="7414533" y="1668568"/>
            <a:ext cx="2153498" cy="3749464"/>
          </a:xfrm>
          <a:prstGeom prst="rect">
            <a:avLst/>
          </a:prstGeom>
        </p:spPr>
      </p:sp>
      <p:sp>
        <p:nvSpPr>
          <p:cNvPr id="6" name="Picture Placeholder 1"/>
          <p:cNvSpPr>
            <a:spLocks noGrp="1"/>
          </p:cNvSpPr>
          <p:nvPr>
            <p:ph type="pic" sz="quarter" idx="11"/>
          </p:nvPr>
        </p:nvSpPr>
        <p:spPr>
          <a:xfrm>
            <a:off x="9753600" y="2027668"/>
            <a:ext cx="988596" cy="3283281"/>
          </a:xfrm>
          <a:prstGeom prst="rect">
            <a:avLst/>
          </a:prstGeom>
        </p:spPr>
      </p:sp>
      <p:sp>
        <p:nvSpPr>
          <p:cNvPr id="7" name="Picture Placeholder 5"/>
          <p:cNvSpPr>
            <a:spLocks noGrp="1"/>
          </p:cNvSpPr>
          <p:nvPr>
            <p:ph type="pic" sz="quarter" idx="12"/>
          </p:nvPr>
        </p:nvSpPr>
        <p:spPr>
          <a:xfrm>
            <a:off x="1079202" y="4580186"/>
            <a:ext cx="1885950" cy="489463"/>
          </a:xfrm>
          <a:prstGeom prst="rect">
            <a:avLst/>
          </a:prstGeom>
        </p:spPr>
        <p:txBody>
          <a:bodyPr/>
          <a:lstStyle/>
          <a:p>
            <a:endParaRPr lang="id-ID"/>
          </a:p>
        </p:txBody>
      </p:sp>
      <p:sp>
        <p:nvSpPr>
          <p:cNvPr id="8" name="Picture Placeholder 5"/>
          <p:cNvSpPr>
            <a:spLocks noGrp="1"/>
          </p:cNvSpPr>
          <p:nvPr>
            <p:ph type="pic" sz="quarter" idx="13"/>
          </p:nvPr>
        </p:nvSpPr>
        <p:spPr>
          <a:xfrm>
            <a:off x="3125172" y="4580186"/>
            <a:ext cx="1885950" cy="489463"/>
          </a:xfrm>
          <a:prstGeom prst="rect">
            <a:avLst/>
          </a:prstGeom>
        </p:spPr>
        <p:txBody>
          <a:bodyPr/>
          <a:lstStyle/>
          <a:p>
            <a:endParaRPr lang="id-ID" dirty="0"/>
          </a:p>
        </p:txBody>
      </p:sp>
    </p:spTree>
    <p:extLst>
      <p:ext uri="{BB962C8B-B14F-4D97-AF65-F5344CB8AC3E}">
        <p14:creationId xmlns:p14="http://schemas.microsoft.com/office/powerpoint/2010/main" val="294091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1500"/>
                            </p:stCondLst>
                            <p:childTnLst>
                              <p:par>
                                <p:cTn id="22" presetID="10" presetClass="entr" presetSubtype="0" fill="hold" grpId="0" nodeType="afterEffect" nodePh="1">
                                  <p:stCondLst>
                                    <p:cond delay="0"/>
                                  </p:stCondLst>
                                  <p:endCondLst>
                                    <p:cond evt="begin" delay="0">
                                      <p:tn val="22"/>
                                    </p:cond>
                                  </p:end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5" fill="hold">
                            <p:stCondLst>
                              <p:cond delay="2000"/>
                            </p:stCondLst>
                            <p:childTnLst>
                              <p:par>
                                <p:cTn id="26" presetID="10" presetClass="entr" presetSubtype="0" fill="hold" grpId="0" nodeType="afterEffect" nodePh="1">
                                  <p:stCondLst>
                                    <p:cond delay="0"/>
                                  </p:stCondLst>
                                  <p:endCondLst>
                                    <p:cond evt="begin" delay="0">
                                      <p:tn val="26"/>
                                    </p:cond>
                                  </p:end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71_Title Slide">
    <p:spTree>
      <p:nvGrpSpPr>
        <p:cNvPr id="1" name=""/>
        <p:cNvGrpSpPr/>
        <p:nvPr/>
      </p:nvGrpSpPr>
      <p:grpSpPr>
        <a:xfrm>
          <a:off x="0" y="0"/>
          <a:ext cx="0" cy="0"/>
          <a:chOff x="0" y="0"/>
          <a:chExt cx="0" cy="0"/>
        </a:xfrm>
      </p:grpSpPr>
      <p:sp>
        <p:nvSpPr>
          <p:cNvPr id="2" name="Rectangle 1"/>
          <p:cNvSpPr/>
          <p:nvPr userDrawn="1"/>
        </p:nvSpPr>
        <p:spPr>
          <a:xfrm>
            <a:off x="0" y="2843"/>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1400" y="1349802"/>
            <a:ext cx="2529285" cy="5084314"/>
          </a:xfrm>
          <a:prstGeom prst="rect">
            <a:avLst/>
          </a:prstGeom>
          <a:effectLst>
            <a:outerShdw blurRad="114300" dist="177800" dir="2700000" algn="tl" rotWithShape="0">
              <a:prstClr val="black">
                <a:alpha val="20000"/>
              </a:prstClr>
            </a:outerShdw>
          </a:effectLst>
        </p:spPr>
      </p:pic>
      <p:sp>
        <p:nvSpPr>
          <p:cNvPr id="4" name="Picture Placeholder 1"/>
          <p:cNvSpPr>
            <a:spLocks noGrp="1"/>
          </p:cNvSpPr>
          <p:nvPr>
            <p:ph type="pic" sz="quarter" idx="11"/>
          </p:nvPr>
        </p:nvSpPr>
        <p:spPr>
          <a:xfrm>
            <a:off x="1291166" y="2178562"/>
            <a:ext cx="717462" cy="3091938"/>
          </a:xfrm>
          <a:prstGeom prst="rect">
            <a:avLst/>
          </a:prstGeom>
        </p:spPr>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93529" y="883363"/>
            <a:ext cx="2972192" cy="5974637"/>
          </a:xfrm>
          <a:prstGeom prst="rect">
            <a:avLst/>
          </a:prstGeom>
          <a:effectLst>
            <a:outerShdw blurRad="114300" dist="177800" dir="2700000" algn="tl" rotWithShape="0">
              <a:prstClr val="black">
                <a:alpha val="20000"/>
              </a:prstClr>
            </a:outerShdw>
          </a:effectLst>
        </p:spPr>
      </p:pic>
      <p:sp>
        <p:nvSpPr>
          <p:cNvPr id="6" name="Picture Placeholder 1"/>
          <p:cNvSpPr>
            <a:spLocks noGrp="1"/>
          </p:cNvSpPr>
          <p:nvPr>
            <p:ph type="pic" sz="quarter" idx="10"/>
          </p:nvPr>
        </p:nvSpPr>
        <p:spPr>
          <a:xfrm>
            <a:off x="2186376" y="1867356"/>
            <a:ext cx="2403967" cy="3637897"/>
          </a:xfrm>
          <a:prstGeom prst="rect">
            <a:avLst/>
          </a:prstGeom>
        </p:spPr>
      </p:sp>
      <p:sp>
        <p:nvSpPr>
          <p:cNvPr id="7" name="Picture Placeholder 5"/>
          <p:cNvSpPr>
            <a:spLocks noGrp="1"/>
          </p:cNvSpPr>
          <p:nvPr>
            <p:ph type="pic" sz="quarter" idx="12"/>
          </p:nvPr>
        </p:nvSpPr>
        <p:spPr>
          <a:xfrm>
            <a:off x="5794050" y="5015790"/>
            <a:ext cx="1885950" cy="489463"/>
          </a:xfrm>
          <a:prstGeom prst="rect">
            <a:avLst/>
          </a:prstGeom>
        </p:spPr>
        <p:txBody>
          <a:bodyPr/>
          <a:lstStyle/>
          <a:p>
            <a:endParaRPr lang="id-ID"/>
          </a:p>
        </p:txBody>
      </p:sp>
      <p:sp>
        <p:nvSpPr>
          <p:cNvPr id="8" name="Picture Placeholder 5"/>
          <p:cNvSpPr>
            <a:spLocks noGrp="1"/>
          </p:cNvSpPr>
          <p:nvPr>
            <p:ph type="pic" sz="quarter" idx="13"/>
          </p:nvPr>
        </p:nvSpPr>
        <p:spPr>
          <a:xfrm>
            <a:off x="7840020" y="5015790"/>
            <a:ext cx="1885950" cy="489463"/>
          </a:xfrm>
          <a:prstGeom prst="rect">
            <a:avLst/>
          </a:prstGeom>
        </p:spPr>
        <p:txBody>
          <a:bodyPr/>
          <a:lstStyle/>
          <a:p>
            <a:endParaRPr lang="id-ID" dirty="0"/>
          </a:p>
        </p:txBody>
      </p:sp>
    </p:spTree>
    <p:extLst>
      <p:ext uri="{BB962C8B-B14F-4D97-AF65-F5344CB8AC3E}">
        <p14:creationId xmlns:p14="http://schemas.microsoft.com/office/powerpoint/2010/main" val="127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5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1500"/>
                            </p:stCondLst>
                            <p:childTnLst>
                              <p:par>
                                <p:cTn id="24" presetID="10" presetClass="entr" presetSubtype="0" fill="hold" grpId="0" nodeType="afterEffect" nodePh="1">
                                  <p:stCondLst>
                                    <p:cond delay="0"/>
                                  </p:stCondLst>
                                  <p:endCondLst>
                                    <p:cond evt="begin" delay="0">
                                      <p:tn val="24"/>
                                    </p:cond>
                                  </p:end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2000"/>
                            </p:stCondLst>
                            <p:childTnLst>
                              <p:par>
                                <p:cTn id="28" presetID="10" presetClass="entr" presetSubtype="0" fill="hold" grpId="0" nodeType="afterEffect" nodePh="1">
                                  <p:stCondLst>
                                    <p:cond delay="0"/>
                                  </p:stCondLst>
                                  <p:endCondLst>
                                    <p:cond evt="begin" delay="0">
                                      <p:tn val="28"/>
                                    </p:cond>
                                  </p:end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3_Title Slide">
    <p:spTree>
      <p:nvGrpSpPr>
        <p:cNvPr id="1" name=""/>
        <p:cNvGrpSpPr/>
        <p:nvPr/>
      </p:nvGrpSpPr>
      <p:grpSpPr>
        <a:xfrm>
          <a:off x="0" y="0"/>
          <a:ext cx="0" cy="0"/>
          <a:chOff x="0" y="0"/>
          <a:chExt cx="0" cy="0"/>
        </a:xfrm>
      </p:grpSpPr>
      <p:sp>
        <p:nvSpPr>
          <p:cNvPr id="2" name="Rectangle 1"/>
          <p:cNvSpPr/>
          <p:nvPr userDrawn="1"/>
        </p:nvSpPr>
        <p:spPr>
          <a:xfrm>
            <a:off x="0" y="2843"/>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3" name="Group 1102"/>
          <p:cNvGrpSpPr/>
          <p:nvPr userDrawn="1"/>
        </p:nvGrpSpPr>
        <p:grpSpPr>
          <a:xfrm>
            <a:off x="7584540" y="2025277"/>
            <a:ext cx="3781300" cy="5602405"/>
            <a:chOff x="0" y="0"/>
            <a:chExt cx="6591304" cy="9765730"/>
          </a:xfrm>
        </p:grpSpPr>
        <p:pic>
          <p:nvPicPr>
            <p:cNvPr id="4" name="Mini-iPad-B&amp;W-Mockup.png"/>
            <p:cNvPicPr/>
            <p:nvPr/>
          </p:nvPicPr>
          <p:blipFill>
            <a:blip r:embed="rId2" cstate="screen">
              <a:extLst>
                <a:ext uri="{28A0092B-C50C-407E-A947-70E740481C1C}">
                  <a14:useLocalDpi xmlns:a14="http://schemas.microsoft.com/office/drawing/2010/main"/>
                </a:ext>
              </a:extLst>
            </a:blip>
            <a:stretch>
              <a:fillRect/>
            </a:stretch>
          </p:blipFill>
          <p:spPr>
            <a:xfrm>
              <a:off x="0" y="0"/>
              <a:ext cx="6591304" cy="9765730"/>
            </a:xfrm>
            <a:prstGeom prst="rect">
              <a:avLst/>
            </a:prstGeom>
            <a:ln w="12700" cap="flat">
              <a:noFill/>
              <a:miter lim="400000"/>
            </a:ln>
            <a:effectLst/>
          </p:spPr>
        </p:pic>
        <p:sp>
          <p:nvSpPr>
            <p:cNvPr id="5" name="Shape 1101"/>
            <p:cNvSpPr/>
            <p:nvPr/>
          </p:nvSpPr>
          <p:spPr>
            <a:xfrm>
              <a:off x="363079" y="954047"/>
              <a:ext cx="5879097" cy="7806214"/>
            </a:xfrm>
            <a:prstGeom prst="rect">
              <a:avLst/>
            </a:prstGeom>
            <a:solidFill>
              <a:srgbClr val="606060"/>
            </a:solidFill>
            <a:ln w="25400" cap="flat">
              <a:solidFill>
                <a:srgbClr val="000000">
                  <a:alpha val="0"/>
                </a:srgbClr>
              </a:solidFill>
              <a:prstDash val="solid"/>
              <a:miter lim="400000"/>
            </a:ln>
            <a:effectLst/>
          </p:spPr>
          <p:txBody>
            <a:bodyPr wrap="square" lIns="0" tIns="0" rIns="0" bIns="0" numCol="1" anchor="ctr">
              <a:noAutofit/>
            </a:bodyPr>
            <a:lstStyle/>
            <a:p>
              <a:pPr defTabSz="219075">
                <a:defRPr sz="4000">
                  <a:solidFill>
                    <a:srgbClr val="FFFFFF"/>
                  </a:solidFill>
                  <a:effectLst>
                    <a:outerShdw blurRad="38100" dist="12700" dir="5400000" rotWithShape="0">
                      <a:srgbClr val="000000">
                        <a:alpha val="50000"/>
                      </a:srgbClr>
                    </a:outerShdw>
                  </a:effectLst>
                </a:defRPr>
              </a:pPr>
              <a:endParaRPr/>
            </a:p>
          </p:txBody>
        </p:sp>
      </p:grpSp>
      <p:sp>
        <p:nvSpPr>
          <p:cNvPr id="6" name="Picture Placeholder 1"/>
          <p:cNvSpPr>
            <a:spLocks noGrp="1"/>
          </p:cNvSpPr>
          <p:nvPr>
            <p:ph type="pic" sz="quarter" idx="11"/>
          </p:nvPr>
        </p:nvSpPr>
        <p:spPr>
          <a:xfrm>
            <a:off x="7784164" y="2554887"/>
            <a:ext cx="3386609" cy="4522738"/>
          </a:xfrm>
          <a:prstGeom prst="rect">
            <a:avLst/>
          </a:prstGeom>
        </p:spPr>
      </p:sp>
      <p:sp>
        <p:nvSpPr>
          <p:cNvPr id="7" name="Picture Placeholder 5"/>
          <p:cNvSpPr>
            <a:spLocks noGrp="1"/>
          </p:cNvSpPr>
          <p:nvPr>
            <p:ph type="pic" sz="quarter" idx="12"/>
          </p:nvPr>
        </p:nvSpPr>
        <p:spPr>
          <a:xfrm>
            <a:off x="1045871" y="4973886"/>
            <a:ext cx="1885950" cy="489463"/>
          </a:xfrm>
          <a:prstGeom prst="rect">
            <a:avLst/>
          </a:prstGeom>
        </p:spPr>
        <p:txBody>
          <a:bodyPr/>
          <a:lstStyle/>
          <a:p>
            <a:endParaRPr lang="id-ID"/>
          </a:p>
        </p:txBody>
      </p:sp>
      <p:sp>
        <p:nvSpPr>
          <p:cNvPr id="8" name="Picture Placeholder 5"/>
          <p:cNvSpPr>
            <a:spLocks noGrp="1"/>
          </p:cNvSpPr>
          <p:nvPr>
            <p:ph type="pic" sz="quarter" idx="13"/>
          </p:nvPr>
        </p:nvSpPr>
        <p:spPr>
          <a:xfrm>
            <a:off x="3091841" y="4973886"/>
            <a:ext cx="1885950" cy="489463"/>
          </a:xfrm>
          <a:prstGeom prst="rect">
            <a:avLst/>
          </a:prstGeom>
        </p:spPr>
        <p:txBody>
          <a:bodyPr/>
          <a:lstStyle/>
          <a:p>
            <a:endParaRPr lang="id-ID" dirty="0"/>
          </a:p>
        </p:txBody>
      </p:sp>
    </p:spTree>
    <p:extLst>
      <p:ext uri="{BB962C8B-B14F-4D97-AF65-F5344CB8AC3E}">
        <p14:creationId xmlns:p14="http://schemas.microsoft.com/office/powerpoint/2010/main" val="358492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1000"/>
                            </p:stCondLst>
                            <p:childTnLst>
                              <p:par>
                                <p:cTn id="14" presetID="10" presetClass="entr" presetSubtype="0" fill="hold" grpId="0" nodeType="afterEffect" nodePh="1">
                                  <p:stCondLst>
                                    <p:cond delay="0"/>
                                  </p:stCondLst>
                                  <p:endCondLst>
                                    <p:cond evt="begin" delay="0">
                                      <p:tn val="14"/>
                                    </p:cond>
                                  </p:end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500"/>
                            </p:stCondLst>
                            <p:childTnLst>
                              <p:par>
                                <p:cTn id="18" presetID="10" presetClass="entr" presetSubtype="0" fill="hold" grpId="0" nodeType="afterEffect" nodePh="1">
                                  <p:stCondLst>
                                    <p:cond delay="0"/>
                                  </p:stCondLst>
                                  <p:endCondLst>
                                    <p:cond evt="begin" delay="0">
                                      <p:tn val="18"/>
                                    </p:cond>
                                  </p:end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4_Title Slide">
    <p:spTree>
      <p:nvGrpSpPr>
        <p:cNvPr id="1" name=""/>
        <p:cNvGrpSpPr/>
        <p:nvPr/>
      </p:nvGrpSpPr>
      <p:grpSpPr>
        <a:xfrm>
          <a:off x="0" y="0"/>
          <a:ext cx="0" cy="0"/>
          <a:chOff x="0" y="0"/>
          <a:chExt cx="0" cy="0"/>
        </a:xfrm>
      </p:grpSpPr>
      <p:pic>
        <p:nvPicPr>
          <p:cNvPr id="2" name="Picture 1" descr="G:\DESIGN\GRAFICRIVER\MY CREATION\2016\01_Rockefeller Creative PowerPoint Template\macbookpro.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381000" y="3000307"/>
            <a:ext cx="5875894" cy="334914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Picture Placeholder 2"/>
          <p:cNvSpPr>
            <a:spLocks noGrp="1"/>
          </p:cNvSpPr>
          <p:nvPr>
            <p:ph type="pic" sz="quarter" idx="10"/>
          </p:nvPr>
        </p:nvSpPr>
        <p:spPr>
          <a:xfrm>
            <a:off x="1314337" y="3316856"/>
            <a:ext cx="3969256" cy="2472248"/>
          </a:xfrm>
          <a:prstGeom prst="rect">
            <a:avLst/>
          </a:prstGeom>
        </p:spPr>
        <p:txBody>
          <a:bodyPr/>
          <a:lstStyle/>
          <a:p>
            <a:endParaRPr lang="en-US"/>
          </a:p>
        </p:txBody>
      </p:sp>
    </p:spTree>
    <p:extLst>
      <p:ext uri="{BB962C8B-B14F-4D97-AF65-F5344CB8AC3E}">
        <p14:creationId xmlns:p14="http://schemas.microsoft.com/office/powerpoint/2010/main" val="183686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5_Title Slide">
    <p:spTree>
      <p:nvGrpSpPr>
        <p:cNvPr id="1" name=""/>
        <p:cNvGrpSpPr/>
        <p:nvPr/>
      </p:nvGrpSpPr>
      <p:grpSpPr>
        <a:xfrm>
          <a:off x="0" y="0"/>
          <a:ext cx="0" cy="0"/>
          <a:chOff x="0" y="0"/>
          <a:chExt cx="0" cy="0"/>
        </a:xfrm>
      </p:grpSpPr>
      <p:grpSp>
        <p:nvGrpSpPr>
          <p:cNvPr id="2" name="Group 1"/>
          <p:cNvGrpSpPr/>
          <p:nvPr userDrawn="1"/>
        </p:nvGrpSpPr>
        <p:grpSpPr>
          <a:xfrm>
            <a:off x="5578161" y="2983021"/>
            <a:ext cx="7016082" cy="3470788"/>
            <a:chOff x="1763688" y="1124744"/>
            <a:chExt cx="5652564" cy="3166095"/>
          </a:xfrm>
        </p:grpSpPr>
        <p:sp>
          <p:nvSpPr>
            <p:cNvPr id="3" name="Rectangle 2"/>
            <p:cNvSpPr/>
            <p:nvPr/>
          </p:nvSpPr>
          <p:spPr>
            <a:xfrm>
              <a:off x="2699792" y="1397918"/>
              <a:ext cx="3744416" cy="230425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Trabajos\Envato\Graphic River\Duckson\Elements\laptop.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63688" y="1124744"/>
              <a:ext cx="5652564" cy="3166095"/>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5" name="Picture Placeholder 2"/>
          <p:cNvSpPr>
            <a:spLocks noGrp="1"/>
          </p:cNvSpPr>
          <p:nvPr>
            <p:ph type="pic" sz="quarter" idx="10"/>
          </p:nvPr>
        </p:nvSpPr>
        <p:spPr>
          <a:xfrm>
            <a:off x="6896100" y="3289665"/>
            <a:ext cx="4312053" cy="2380452"/>
          </a:xfrm>
          <a:prstGeom prst="rect">
            <a:avLst/>
          </a:prstGeom>
        </p:spPr>
        <p:txBody>
          <a:bodyPr/>
          <a:lstStyle/>
          <a:p>
            <a:endParaRPr lang="en-US"/>
          </a:p>
        </p:txBody>
      </p:sp>
    </p:spTree>
    <p:extLst>
      <p:ext uri="{BB962C8B-B14F-4D97-AF65-F5344CB8AC3E}">
        <p14:creationId xmlns:p14="http://schemas.microsoft.com/office/powerpoint/2010/main" val="34331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6_Title Slide">
    <p:spTree>
      <p:nvGrpSpPr>
        <p:cNvPr id="1" name=""/>
        <p:cNvGrpSpPr/>
        <p:nvPr/>
      </p:nvGrpSpPr>
      <p:grpSpPr>
        <a:xfrm>
          <a:off x="0" y="0"/>
          <a:ext cx="0" cy="0"/>
          <a:chOff x="0" y="0"/>
          <a:chExt cx="0" cy="0"/>
        </a:xfrm>
      </p:grpSpPr>
      <p:pic>
        <p:nvPicPr>
          <p:cNvPr id="2" name="Picture 2" descr="C:\Users\ilie\Desktop\flat mac.png"/>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608945" y="2509081"/>
            <a:ext cx="5190565" cy="4250245"/>
          </a:xfrm>
          <a:prstGeom prst="rect">
            <a:avLst/>
          </a:prstGeom>
          <a:noFill/>
          <a:extLst>
            <a:ext uri="{909E8E84-426E-40dd-AFC4-6F175D3DCCD1}">
              <a14:hiddenFill xmlns:a14="http://schemas.microsoft.com/office/drawing/2010/main" xmlns="">
                <a:solidFill>
                  <a:srgbClr val="FFFFFF"/>
                </a:solidFill>
              </a14:hiddenFill>
            </a:ext>
          </a:extLst>
        </p:spPr>
      </p:pic>
      <p:sp>
        <p:nvSpPr>
          <p:cNvPr id="3" name="Picture Placeholder 4"/>
          <p:cNvSpPr>
            <a:spLocks noGrp="1"/>
          </p:cNvSpPr>
          <p:nvPr>
            <p:ph type="pic" sz="quarter" idx="12"/>
          </p:nvPr>
        </p:nvSpPr>
        <p:spPr>
          <a:xfrm>
            <a:off x="1085850" y="2996036"/>
            <a:ext cx="4206240" cy="2341774"/>
          </a:xfrm>
          <a:prstGeom prst="rect">
            <a:avLst/>
          </a:prstGeom>
        </p:spPr>
        <p:txBody>
          <a:bodyPr/>
          <a:lstStyle/>
          <a:p>
            <a:endParaRPr lang="en-US" dirty="0"/>
          </a:p>
        </p:txBody>
      </p:sp>
    </p:spTree>
    <p:extLst>
      <p:ext uri="{BB962C8B-B14F-4D97-AF65-F5344CB8AC3E}">
        <p14:creationId xmlns:p14="http://schemas.microsoft.com/office/powerpoint/2010/main" val="1768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77_Title Slide">
    <p:spTree>
      <p:nvGrpSpPr>
        <p:cNvPr id="1" name=""/>
        <p:cNvGrpSpPr/>
        <p:nvPr/>
      </p:nvGrpSpPr>
      <p:grpSpPr>
        <a:xfrm>
          <a:off x="0" y="0"/>
          <a:ext cx="0" cy="0"/>
          <a:chOff x="0" y="0"/>
          <a:chExt cx="0" cy="0"/>
        </a:xfrm>
      </p:grpSpPr>
      <p:pic>
        <p:nvPicPr>
          <p:cNvPr id="2" name="Picture 1" descr="Imac.png"/>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5168359" y="2464904"/>
            <a:ext cx="7687650" cy="46125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Picture Placeholder 4"/>
          <p:cNvSpPr>
            <a:spLocks noGrp="1"/>
          </p:cNvSpPr>
          <p:nvPr>
            <p:ph type="pic" sz="quarter" idx="12"/>
          </p:nvPr>
        </p:nvSpPr>
        <p:spPr>
          <a:xfrm>
            <a:off x="6849987" y="3149634"/>
            <a:ext cx="4368462" cy="2529112"/>
          </a:xfrm>
          <a:prstGeom prst="rect">
            <a:avLst/>
          </a:prstGeom>
        </p:spPr>
        <p:txBody>
          <a:bodyPr/>
          <a:lstStyle/>
          <a:p>
            <a:pPr lvl="0"/>
            <a:endParaRPr lang="en-US" noProof="0" dirty="0"/>
          </a:p>
        </p:txBody>
      </p:sp>
    </p:spTree>
    <p:extLst>
      <p:ext uri="{BB962C8B-B14F-4D97-AF65-F5344CB8AC3E}">
        <p14:creationId xmlns:p14="http://schemas.microsoft.com/office/powerpoint/2010/main" val="268829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78_Title Slide">
    <p:spTree>
      <p:nvGrpSpPr>
        <p:cNvPr id="1" name=""/>
        <p:cNvGrpSpPr/>
        <p:nvPr/>
      </p:nvGrpSpPr>
      <p:grpSpPr>
        <a:xfrm>
          <a:off x="0" y="0"/>
          <a:ext cx="0" cy="0"/>
          <a:chOff x="0" y="0"/>
          <a:chExt cx="0" cy="0"/>
        </a:xfrm>
      </p:grpSpPr>
      <p:sp>
        <p:nvSpPr>
          <p:cNvPr id="2" name="Rectangle 1"/>
          <p:cNvSpPr/>
          <p:nvPr userDrawn="1"/>
        </p:nvSpPr>
        <p:spPr>
          <a:xfrm>
            <a:off x="0" y="2843"/>
            <a:ext cx="12192000" cy="23619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pic>
        <p:nvPicPr>
          <p:cNvPr id="3" name="Picture 2" descr="blue.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7921" y="2029535"/>
            <a:ext cx="2633809" cy="4768063"/>
          </a:xfrm>
          <a:prstGeom prst="rect">
            <a:avLst/>
          </a:prstGeom>
        </p:spPr>
      </p:pic>
      <p:sp>
        <p:nvSpPr>
          <p:cNvPr id="4" name="Picture Placeholder 5"/>
          <p:cNvSpPr>
            <a:spLocks noGrp="1"/>
          </p:cNvSpPr>
          <p:nvPr>
            <p:ph type="pic" sz="quarter" idx="24"/>
          </p:nvPr>
        </p:nvSpPr>
        <p:spPr>
          <a:xfrm>
            <a:off x="1759058" y="3089748"/>
            <a:ext cx="2217866" cy="2647636"/>
          </a:xfrm>
          <a:prstGeom prst="roundRect">
            <a:avLst/>
          </a:prstGeom>
        </p:spPr>
      </p:sp>
    </p:spTree>
    <p:extLst>
      <p:ext uri="{BB962C8B-B14F-4D97-AF65-F5344CB8AC3E}">
        <p14:creationId xmlns:p14="http://schemas.microsoft.com/office/powerpoint/2010/main" val="425901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63"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7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9741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7057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49" r:id="rId3"/>
    <p:sldLayoutId id="2147483682" r:id="rId4"/>
    <p:sldLayoutId id="2147483650" r:id="rId5"/>
    <p:sldLayoutId id="2147483683" r:id="rId6"/>
    <p:sldLayoutId id="2147483651" r:id="rId7"/>
    <p:sldLayoutId id="2147483652" r:id="rId8"/>
    <p:sldLayoutId id="2147483653" r:id="rId9"/>
    <p:sldLayoutId id="2147483655" r:id="rId10"/>
    <p:sldLayoutId id="2147483654" r:id="rId11"/>
    <p:sldLayoutId id="2147483708" r:id="rId12"/>
    <p:sldLayoutId id="2147483709" r:id="rId13"/>
    <p:sldLayoutId id="2147483710" r:id="rId14"/>
    <p:sldLayoutId id="2147483656" r:id="rId15"/>
    <p:sldLayoutId id="2147483657" r:id="rId16"/>
    <p:sldLayoutId id="2147483658" r:id="rId17"/>
    <p:sldLayoutId id="2147483659" r:id="rId18"/>
    <p:sldLayoutId id="2147483660" r:id="rId19"/>
    <p:sldLayoutId id="2147483661" r:id="rId20"/>
    <p:sldLayoutId id="2147483662" r:id="rId21"/>
    <p:sldLayoutId id="2147483663" r:id="rId22"/>
    <p:sldLayoutId id="2147483664" r:id="rId23"/>
    <p:sldLayoutId id="2147483665" r:id="rId24"/>
    <p:sldLayoutId id="2147483666" r:id="rId25"/>
    <p:sldLayoutId id="2147483667" r:id="rId26"/>
    <p:sldLayoutId id="2147483668" r:id="rId27"/>
    <p:sldLayoutId id="2147483679" r:id="rId28"/>
    <p:sldLayoutId id="2147483669" r:id="rId29"/>
    <p:sldLayoutId id="2147483670" r:id="rId30"/>
    <p:sldLayoutId id="2147483671" r:id="rId31"/>
    <p:sldLayoutId id="2147483672" r:id="rId32"/>
    <p:sldLayoutId id="2147483673" r:id="rId33"/>
    <p:sldLayoutId id="2147483675" r:id="rId34"/>
    <p:sldLayoutId id="2147483678" r:id="rId35"/>
    <p:sldLayoutId id="2147483677"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7" r:id="rId49"/>
    <p:sldLayoutId id="2147483698" r:id="rId50"/>
    <p:sldLayoutId id="2147483699" r:id="rId51"/>
    <p:sldLayoutId id="2147483701" r:id="rId52"/>
    <p:sldLayoutId id="2147483702" r:id="rId53"/>
    <p:sldLayoutId id="2147483703" r:id="rId54"/>
    <p:sldLayoutId id="2147483704" r:id="rId55"/>
    <p:sldLayoutId id="2147483700" r:id="rId56"/>
    <p:sldLayoutId id="2147483705" r:id="rId57"/>
    <p:sldLayoutId id="2147483706" r:id="rId58"/>
    <p:sldLayoutId id="2147483711" r:id="rId59"/>
    <p:sldLayoutId id="2147483712" r:id="rId60"/>
    <p:sldLayoutId id="2147483713" r:id="rId61"/>
    <p:sldLayoutId id="2147483714" r:id="rId62"/>
    <p:sldLayoutId id="2147483715" r:id="rId63"/>
    <p:sldLayoutId id="2147483716" r:id="rId64"/>
    <p:sldLayoutId id="2147483707" r:id="rId6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3.png"/><Relationship Id="rId4"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tags" Target="../tags/tag5.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0.xml"/><Relationship Id="rId7" Type="http://schemas.openxmlformats.org/officeDocument/2006/relationships/image" Target="../media/image1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65.xml"/><Relationship Id="rId11" Type="http://schemas.openxmlformats.org/officeDocument/2006/relationships/image" Target="../media/image14.png"/><Relationship Id="rId5" Type="http://schemas.openxmlformats.org/officeDocument/2006/relationships/tags" Target="../tags/tag12.xml"/><Relationship Id="rId10" Type="http://schemas.openxmlformats.org/officeDocument/2006/relationships/image" Target="../media/image18.png"/><Relationship Id="rId4" Type="http://schemas.openxmlformats.org/officeDocument/2006/relationships/tags" Target="../tags/tag11.xml"/><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slideLayout" Target="../slideLayouts/slideLayout6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65.xml"/><Relationship Id="rId1" Type="http://schemas.openxmlformats.org/officeDocument/2006/relationships/tags" Target="../tags/tag19.xml"/><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5.xml"/><Relationship Id="rId1" Type="http://schemas.openxmlformats.org/officeDocument/2006/relationships/tags" Target="../tags/tag20.xml"/></Relationships>
</file>

<file path=ppt/slides/_rels/slide8.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65.xml"/><Relationship Id="rId6" Type="http://schemas.openxmlformats.org/officeDocument/2006/relationships/image" Target="../media/image24.jpg"/><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slideLayout" Target="../slideLayouts/slideLayout6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tags" Target="../tags/tag49.xml"/><Relationship Id="rId3" Type="http://schemas.openxmlformats.org/officeDocument/2006/relationships/tags" Target="../tags/tag34.xml"/><Relationship Id="rId21" Type="http://schemas.openxmlformats.org/officeDocument/2006/relationships/slideLayout" Target="../slideLayouts/slideLayout65.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tags" Target="../tags/tag48.xml"/><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tags" Target="../tags/tag51.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10" Type="http://schemas.openxmlformats.org/officeDocument/2006/relationships/tags" Target="../tags/tag41.xml"/><Relationship Id="rId19" Type="http://schemas.openxmlformats.org/officeDocument/2006/relationships/tags" Target="../tags/tag50.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tags" Target="../tags/tag53.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2">
            <a:extLst>
              <a:ext uri="{FF2B5EF4-FFF2-40B4-BE49-F238E27FC236}">
                <a16:creationId xmlns:a16="http://schemas.microsoft.com/office/drawing/2014/main" id="{3178798A-E2AE-3F51-4571-E7398C6AE148}"/>
              </a:ext>
            </a:extLst>
          </p:cNvPr>
          <p:cNvSpPr txBox="1"/>
          <p:nvPr>
            <p:custDataLst>
              <p:tags r:id="rId1"/>
            </p:custDataLst>
          </p:nvPr>
        </p:nvSpPr>
        <p:spPr>
          <a:xfrm>
            <a:off x="1416929" y="2460041"/>
            <a:ext cx="9640712" cy="1569660"/>
          </a:xfrm>
          <a:prstGeom prst="rect">
            <a:avLst/>
          </a:prstGeom>
          <a:noFill/>
        </p:spPr>
        <p:txBody>
          <a:bodyPr wrap="square" rtlCol="0">
            <a:spAutoFit/>
          </a:bodyPr>
          <a:lstStyle/>
          <a:p>
            <a:pPr algn="ctr"/>
            <a:r>
              <a:rPr lang="fr-CA" sz="9600" b="1" dirty="0">
                <a:solidFill>
                  <a:srgbClr val="1447AB"/>
                </a:solidFill>
                <a:effectLst/>
                <a:latin typeface="Nunito" pitchFamily="2" charset="0"/>
              </a:rPr>
              <a:t> Festival Estival</a:t>
            </a:r>
            <a:r>
              <a:rPr lang="fr-CA" sz="9600" b="1" dirty="0">
                <a:solidFill>
                  <a:srgbClr val="1447AB"/>
                </a:solidFill>
                <a:latin typeface="Nunito" pitchFamily="2" charset="0"/>
              </a:rPr>
              <a:t> </a:t>
            </a:r>
            <a:endParaRPr lang="id-ID" sz="6000" b="1" dirty="0">
              <a:solidFill>
                <a:srgbClr val="1447AB"/>
              </a:solidFill>
              <a:effectLst/>
              <a:latin typeface="Nunito" pitchFamily="2" charset="0"/>
            </a:endParaRPr>
          </a:p>
        </p:txBody>
      </p:sp>
      <p:sp>
        <p:nvSpPr>
          <p:cNvPr id="6" name="TextBox 54">
            <a:extLst>
              <a:ext uri="{FF2B5EF4-FFF2-40B4-BE49-F238E27FC236}">
                <a16:creationId xmlns:a16="http://schemas.microsoft.com/office/drawing/2014/main" id="{CCC47F16-6D31-A2A7-B62E-CF91BC04639E}"/>
              </a:ext>
            </a:extLst>
          </p:cNvPr>
          <p:cNvSpPr txBox="1"/>
          <p:nvPr>
            <p:custDataLst>
              <p:tags r:id="rId2"/>
            </p:custDataLst>
          </p:nvPr>
        </p:nvSpPr>
        <p:spPr>
          <a:xfrm>
            <a:off x="4536918" y="1875801"/>
            <a:ext cx="2875403" cy="400110"/>
          </a:xfrm>
          <a:prstGeom prst="rect">
            <a:avLst/>
          </a:prstGeom>
          <a:noFill/>
        </p:spPr>
        <p:txBody>
          <a:bodyPr wrap="square" rtlCol="0">
            <a:spAutoFit/>
          </a:bodyPr>
          <a:lstStyle/>
          <a:p>
            <a:pPr algn="ctr"/>
            <a:r>
              <a:rPr lang="fr-CA" sz="2000" b="1" dirty="0">
                <a:solidFill>
                  <a:srgbClr val="1447AB"/>
                </a:solidFill>
                <a:effectLst/>
                <a:latin typeface="Nunito" pitchFamily="2" charset="0"/>
              </a:rPr>
              <a:t>Pour tout savoir sur le</a:t>
            </a:r>
            <a:endParaRPr lang="id-ID" sz="2000" b="1" dirty="0">
              <a:solidFill>
                <a:srgbClr val="1447AB"/>
              </a:solidFill>
              <a:effectLst/>
              <a:latin typeface="Nunito" pitchFamily="2" charset="0"/>
            </a:endParaRPr>
          </a:p>
        </p:txBody>
      </p:sp>
      <p:sp>
        <p:nvSpPr>
          <p:cNvPr id="4" name="TextBox 54">
            <a:extLst>
              <a:ext uri="{FF2B5EF4-FFF2-40B4-BE49-F238E27FC236}">
                <a16:creationId xmlns:a16="http://schemas.microsoft.com/office/drawing/2014/main" id="{0E4093AA-94CA-60A8-3ED9-F0804C88EB96}"/>
              </a:ext>
            </a:extLst>
          </p:cNvPr>
          <p:cNvSpPr txBox="1"/>
          <p:nvPr>
            <p:custDataLst>
              <p:tags r:id="rId3"/>
            </p:custDataLst>
          </p:nvPr>
        </p:nvSpPr>
        <p:spPr>
          <a:xfrm>
            <a:off x="4536918" y="4213831"/>
            <a:ext cx="2875403" cy="523220"/>
          </a:xfrm>
          <a:prstGeom prst="rect">
            <a:avLst/>
          </a:prstGeom>
          <a:noFill/>
        </p:spPr>
        <p:txBody>
          <a:bodyPr wrap="square" rtlCol="0">
            <a:spAutoFit/>
          </a:bodyPr>
          <a:lstStyle/>
          <a:p>
            <a:pPr algn="ctr"/>
            <a:r>
              <a:rPr lang="fr-CA" sz="2800" b="1" dirty="0">
                <a:solidFill>
                  <a:srgbClr val="1447AB"/>
                </a:solidFill>
                <a:effectLst/>
                <a:latin typeface="Nunito" pitchFamily="2" charset="0"/>
              </a:rPr>
              <a:t>Édition 2025</a:t>
            </a:r>
            <a:endParaRPr lang="id-ID" sz="2800" b="1" dirty="0">
              <a:solidFill>
                <a:srgbClr val="1447AB"/>
              </a:solidFill>
              <a:effectLst/>
              <a:latin typeface="Nunito" pitchFamily="2" charset="0"/>
            </a:endParaRPr>
          </a:p>
        </p:txBody>
      </p:sp>
      <p:pic>
        <p:nvPicPr>
          <p:cNvPr id="8" name="Image 7" descr="Une image contenant Graphique, émoticône, Police, smiley&#10;&#10;Le contenu généré par l’IA peut être incorrect.">
            <a:extLst>
              <a:ext uri="{FF2B5EF4-FFF2-40B4-BE49-F238E27FC236}">
                <a16:creationId xmlns:a16="http://schemas.microsoft.com/office/drawing/2014/main" id="{AEC9A309-192D-E434-369B-D473C1C849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75259" y="5213676"/>
            <a:ext cx="2537062" cy="1062184"/>
          </a:xfrm>
          <a:prstGeom prst="rect">
            <a:avLst/>
          </a:prstGeom>
        </p:spPr>
      </p:pic>
    </p:spTree>
    <p:extLst>
      <p:ext uri="{BB962C8B-B14F-4D97-AF65-F5344CB8AC3E}">
        <p14:creationId xmlns:p14="http://schemas.microsoft.com/office/powerpoint/2010/main" val="678149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2C9081FA-06CD-AA43-BCBC-B6DBD36F6909}"/>
              </a:ext>
            </a:extLst>
          </p:cNvPr>
          <p:cNvSpPr txBox="1"/>
          <p:nvPr>
            <p:custDataLst>
              <p:tags r:id="rId1"/>
            </p:custDataLst>
          </p:nvPr>
        </p:nvSpPr>
        <p:spPr>
          <a:xfrm>
            <a:off x="795229" y="801720"/>
            <a:ext cx="4641774" cy="1015663"/>
          </a:xfrm>
          <a:prstGeom prst="rect">
            <a:avLst/>
          </a:prstGeom>
          <a:noFill/>
        </p:spPr>
        <p:txBody>
          <a:bodyPr wrap="square" rtlCol="0">
            <a:spAutoFit/>
          </a:bodyPr>
          <a:lstStyle/>
          <a:p>
            <a:r>
              <a:rPr lang="fr-CA" sz="6000" b="1" dirty="0">
                <a:solidFill>
                  <a:srgbClr val="1447AB"/>
                </a:solidFill>
                <a:effectLst/>
                <a:latin typeface="Nunito" pitchFamily="2" charset="0"/>
              </a:rPr>
              <a:t>Détails</a:t>
            </a:r>
            <a:endParaRPr lang="id-ID" sz="3600" b="1" dirty="0">
              <a:solidFill>
                <a:srgbClr val="1447AB"/>
              </a:solidFill>
              <a:effectLst/>
              <a:latin typeface="Nunito" pitchFamily="2" charset="0"/>
            </a:endParaRPr>
          </a:p>
        </p:txBody>
      </p:sp>
      <p:sp>
        <p:nvSpPr>
          <p:cNvPr id="11" name="ZoneTexte 10">
            <a:extLst>
              <a:ext uri="{FF2B5EF4-FFF2-40B4-BE49-F238E27FC236}">
                <a16:creationId xmlns:a16="http://schemas.microsoft.com/office/drawing/2014/main" id="{93DD8120-97D2-8E34-86CB-875ADBA1399B}"/>
              </a:ext>
            </a:extLst>
          </p:cNvPr>
          <p:cNvSpPr txBox="1"/>
          <p:nvPr/>
        </p:nvSpPr>
        <p:spPr>
          <a:xfrm>
            <a:off x="716437" y="1970342"/>
            <a:ext cx="11268207" cy="4647426"/>
          </a:xfrm>
          <a:prstGeom prst="rect">
            <a:avLst/>
          </a:prstGeom>
          <a:noFill/>
        </p:spPr>
        <p:txBody>
          <a:bodyPr wrap="square">
            <a:spAutoFit/>
          </a:bodyPr>
          <a:lstStyle/>
          <a:p>
            <a:r>
              <a:rPr lang="fr-CA" sz="1600" b="1" dirty="0">
                <a:solidFill>
                  <a:srgbClr val="1447AB"/>
                </a:solidFill>
                <a:effectLst/>
                <a:latin typeface="Nunito" pitchFamily="2" charset="0"/>
                <a:ea typeface="Calibri" panose="020F0502020204030204" pitchFamily="34" charset="0"/>
              </a:rPr>
              <a:t>C’est le retour du Festival Estival pour une 3</a:t>
            </a:r>
            <a:r>
              <a:rPr lang="fr-CA" sz="1600" b="1" baseline="30000" dirty="0">
                <a:solidFill>
                  <a:srgbClr val="1447AB"/>
                </a:solidFill>
                <a:effectLst/>
                <a:latin typeface="Nunito" pitchFamily="2" charset="0"/>
                <a:ea typeface="Calibri" panose="020F0502020204030204" pitchFamily="34" charset="0"/>
              </a:rPr>
              <a:t>e</a:t>
            </a:r>
            <a:r>
              <a:rPr lang="fr-CA" sz="1600" b="1" dirty="0">
                <a:solidFill>
                  <a:srgbClr val="1447AB"/>
                </a:solidFill>
                <a:effectLst/>
                <a:latin typeface="Nunito" pitchFamily="2" charset="0"/>
                <a:ea typeface="Calibri" panose="020F0502020204030204" pitchFamily="34" charset="0"/>
              </a:rPr>
              <a:t> édition! </a:t>
            </a:r>
          </a:p>
          <a:p>
            <a:endParaRPr lang="fr-CA" sz="1400" b="1" dirty="0">
              <a:solidFill>
                <a:srgbClr val="1447AB"/>
              </a:solidFill>
              <a:latin typeface="Nunito" pitchFamily="2" charset="0"/>
              <a:ea typeface="Calibri" panose="020F0502020204030204" pitchFamily="34" charset="0"/>
            </a:endParaRPr>
          </a:p>
          <a:p>
            <a:r>
              <a:rPr lang="fr-CA" sz="1400" b="1" dirty="0">
                <a:solidFill>
                  <a:srgbClr val="1447AB"/>
                </a:solidFill>
                <a:effectLst/>
                <a:latin typeface="Nunito" pitchFamily="2" charset="0"/>
                <a:ea typeface="Calibri" panose="020F0502020204030204" pitchFamily="34" charset="0"/>
              </a:rPr>
              <a:t>Nouvelle formule</a:t>
            </a:r>
          </a:p>
          <a:p>
            <a:r>
              <a:rPr lang="fr-FR" sz="1400" dirty="0">
                <a:solidFill>
                  <a:srgbClr val="1447AB"/>
                </a:solidFill>
                <a:latin typeface="Nunito" pitchFamily="2" charset="0"/>
                <a:ea typeface="Calibri" panose="020F0502020204030204" pitchFamily="34" charset="0"/>
              </a:rPr>
              <a:t>Nouveau visuel, nouveau souffle! Cette année, le Festival Estival se déroulera </a:t>
            </a:r>
            <a:r>
              <a:rPr lang="fr-FR" sz="1400" b="1" dirty="0">
                <a:solidFill>
                  <a:srgbClr val="1447AB"/>
                </a:solidFill>
                <a:latin typeface="Nunito" pitchFamily="2" charset="0"/>
                <a:ea typeface="Calibri" panose="020F0502020204030204" pitchFamily="34" charset="0"/>
              </a:rPr>
              <a:t>tout au long du mois de juillet.</a:t>
            </a:r>
          </a:p>
          <a:p>
            <a:endParaRPr lang="fr-FR" sz="1400" b="1" dirty="0">
              <a:solidFill>
                <a:srgbClr val="1447AB"/>
              </a:solidFill>
              <a:latin typeface="Nunito" pitchFamily="2" charset="0"/>
              <a:ea typeface="Calibri" panose="020F0502020204030204" pitchFamily="34" charset="0"/>
            </a:endParaRPr>
          </a:p>
          <a:p>
            <a:r>
              <a:rPr lang="fr-FR" sz="1400" b="1" dirty="0">
                <a:solidFill>
                  <a:srgbClr val="1447AB"/>
                </a:solidFill>
                <a:latin typeface="Nunito" pitchFamily="2" charset="0"/>
                <a:ea typeface="Calibri" panose="020F0502020204030204" pitchFamily="34" charset="0"/>
              </a:rPr>
              <a:t>Pourquoi ce changement?</a:t>
            </a:r>
            <a:br>
              <a:rPr lang="fr-FR" sz="1400" dirty="0">
                <a:solidFill>
                  <a:srgbClr val="1447AB"/>
                </a:solidFill>
                <a:latin typeface="Nunito" pitchFamily="2" charset="0"/>
                <a:ea typeface="Calibri" panose="020F0502020204030204" pitchFamily="34" charset="0"/>
              </a:rPr>
            </a:br>
            <a:r>
              <a:rPr lang="fr-FR" sz="1400" dirty="0">
                <a:solidFill>
                  <a:srgbClr val="1447AB"/>
                </a:solidFill>
                <a:latin typeface="Nunito" pitchFamily="2" charset="0"/>
                <a:ea typeface="Calibri" panose="020F0502020204030204" pitchFamily="34" charset="0"/>
              </a:rPr>
              <a:t>Avoir 2 événements majeurs (Festival Estival et Vente de liquidation) dans le même mois réduisait l’impact publicitaire global, en plus d’étirer la période de liquidation sur 2 mois. Avec cette nouvelle approche, nous misons sur une seule offensive forte et cohérente, qui maximisera la visibilité et les résultats en magasin.</a:t>
            </a:r>
          </a:p>
          <a:p>
            <a:endParaRPr lang="fr-CA" sz="1400" b="1" dirty="0">
              <a:solidFill>
                <a:srgbClr val="1447AB"/>
              </a:solidFill>
              <a:effectLst/>
              <a:latin typeface="Nunito" pitchFamily="2" charset="0"/>
              <a:ea typeface="Calibri" panose="020F0502020204030204" pitchFamily="34" charset="0"/>
            </a:endParaRPr>
          </a:p>
          <a:p>
            <a:r>
              <a:rPr lang="fr-CA" sz="1400" b="1" dirty="0">
                <a:solidFill>
                  <a:srgbClr val="1447AB"/>
                </a:solidFill>
                <a:effectLst/>
                <a:latin typeface="Nunito" pitchFamily="2" charset="0"/>
                <a:ea typeface="Calibri" panose="020F0502020204030204" pitchFamily="34" charset="0"/>
              </a:rPr>
              <a:t>Quand </a:t>
            </a:r>
            <a:r>
              <a:rPr lang="fr-CA" sz="1400" dirty="0">
                <a:solidFill>
                  <a:srgbClr val="1447AB"/>
                </a:solidFill>
                <a:effectLst/>
                <a:latin typeface="Nunito" pitchFamily="2" charset="0"/>
                <a:ea typeface="Calibri" panose="020F0502020204030204" pitchFamily="34" charset="0"/>
              </a:rPr>
              <a:t>: Weekend de festivités prévu les 4-5-6 juillet 2025 (beau temps, mauvais temps).</a:t>
            </a:r>
          </a:p>
          <a:p>
            <a:endParaRPr lang="fr-CA" sz="1400" b="1" dirty="0">
              <a:solidFill>
                <a:srgbClr val="1447AB"/>
              </a:solidFill>
              <a:effectLst/>
              <a:latin typeface="Nunito" pitchFamily="2" charset="0"/>
              <a:ea typeface="Calibri" panose="020F0502020204030204" pitchFamily="34" charset="0"/>
            </a:endParaRPr>
          </a:p>
          <a:p>
            <a:r>
              <a:rPr lang="fr-CA" sz="1400" b="1" dirty="0">
                <a:solidFill>
                  <a:srgbClr val="1447AB"/>
                </a:solidFill>
                <a:effectLst/>
                <a:latin typeface="Nunito" pitchFamily="2" charset="0"/>
                <a:ea typeface="Calibri" panose="020F0502020204030204" pitchFamily="34" charset="0"/>
              </a:rPr>
              <a:t>Quoi: </a:t>
            </a:r>
            <a:r>
              <a:rPr lang="fr-CA" sz="1400" dirty="0">
                <a:solidFill>
                  <a:srgbClr val="1447AB"/>
                </a:solidFill>
                <a:effectLst/>
                <a:latin typeface="Nunito" pitchFamily="2" charset="0"/>
                <a:ea typeface="Calibri" panose="020F0502020204030204" pitchFamily="34" charset="0"/>
              </a:rPr>
              <a:t>Évènement majeur et festif de type « Grande vente » présent dans tous les magasins Club Piscine du Québec. Une campagne radio massive supportera le tout </a:t>
            </a:r>
            <a:r>
              <a:rPr lang="fr-CA" sz="1400" dirty="0">
                <a:solidFill>
                  <a:srgbClr val="1447AB"/>
                </a:solidFill>
                <a:latin typeface="Nunito" pitchFamily="2" charset="0"/>
              </a:rPr>
              <a:t>incluant « </a:t>
            </a:r>
            <a:r>
              <a:rPr lang="fr-CA" sz="1400" dirty="0" err="1">
                <a:solidFill>
                  <a:srgbClr val="1447AB"/>
                </a:solidFill>
                <a:latin typeface="Nunito" pitchFamily="2" charset="0"/>
              </a:rPr>
              <a:t>remote</a:t>
            </a:r>
            <a:r>
              <a:rPr lang="fr-CA" sz="1400" dirty="0">
                <a:solidFill>
                  <a:srgbClr val="1447AB"/>
                </a:solidFill>
                <a:latin typeface="Nunito" pitchFamily="2" charset="0"/>
              </a:rPr>
              <a:t> » en magasin! Détail à la page 10.</a:t>
            </a:r>
          </a:p>
          <a:p>
            <a:endParaRPr lang="fr-CA" sz="1400" b="1" dirty="0">
              <a:solidFill>
                <a:srgbClr val="1447AB"/>
              </a:solidFill>
              <a:effectLst/>
              <a:latin typeface="Nunito" pitchFamily="2" charset="0"/>
              <a:ea typeface="Calibri" panose="020F0502020204030204" pitchFamily="34" charset="0"/>
            </a:endParaRPr>
          </a:p>
          <a:p>
            <a:r>
              <a:rPr lang="fr-CA" sz="1400" b="1" dirty="0">
                <a:solidFill>
                  <a:srgbClr val="1447AB"/>
                </a:solidFill>
                <a:effectLst/>
                <a:latin typeface="Nunito" pitchFamily="2" charset="0"/>
                <a:ea typeface="Calibri" panose="020F0502020204030204" pitchFamily="34" charset="0"/>
              </a:rPr>
              <a:t>Où </a:t>
            </a:r>
            <a:r>
              <a:rPr lang="fr-CA" sz="1400" dirty="0">
                <a:solidFill>
                  <a:srgbClr val="1447AB"/>
                </a:solidFill>
                <a:effectLst/>
                <a:latin typeface="Nunito" pitchFamily="2" charset="0"/>
                <a:ea typeface="Calibri" panose="020F0502020204030204" pitchFamily="34" charset="0"/>
              </a:rPr>
              <a:t>: Dans les 40 magasins Club Piscine</a:t>
            </a:r>
            <a:endParaRPr lang="fr-CA" sz="1100" dirty="0">
              <a:solidFill>
                <a:srgbClr val="1447AB"/>
              </a:solidFill>
              <a:effectLst/>
              <a:latin typeface="Nunito" pitchFamily="2" charset="0"/>
              <a:ea typeface="Calibri" panose="020F0502020204030204" pitchFamily="34" charset="0"/>
            </a:endParaRPr>
          </a:p>
          <a:p>
            <a:endParaRPr lang="fr-CA" sz="1400" b="1" dirty="0">
              <a:solidFill>
                <a:srgbClr val="1447AB"/>
              </a:solidFill>
              <a:effectLst/>
              <a:latin typeface="Nunito" pitchFamily="2" charset="0"/>
              <a:ea typeface="Calibri" panose="020F0502020204030204" pitchFamily="34" charset="0"/>
            </a:endParaRPr>
          </a:p>
          <a:p>
            <a:r>
              <a:rPr lang="fr-CA" sz="1400" b="1" dirty="0">
                <a:solidFill>
                  <a:srgbClr val="1447AB"/>
                </a:solidFill>
                <a:effectLst/>
                <a:latin typeface="Nunito" pitchFamily="2" charset="0"/>
                <a:ea typeface="Calibri" panose="020F0502020204030204" pitchFamily="34" charset="0"/>
              </a:rPr>
              <a:t>Comment </a:t>
            </a:r>
            <a:r>
              <a:rPr lang="fr-CA" sz="1400" dirty="0">
                <a:solidFill>
                  <a:srgbClr val="1447AB"/>
                </a:solidFill>
                <a:effectLst/>
                <a:latin typeface="Nunito" pitchFamily="2" charset="0"/>
                <a:ea typeface="Calibri" panose="020F0502020204030204" pitchFamily="34" charset="0"/>
              </a:rPr>
              <a:t>: Un événement festif </a:t>
            </a:r>
            <a:r>
              <a:rPr lang="fr-CA" sz="1400" dirty="0">
                <a:solidFill>
                  <a:srgbClr val="1447AB"/>
                </a:solidFill>
                <a:latin typeface="Nunito" pitchFamily="2" charset="0"/>
                <a:ea typeface="Calibri" panose="020F0502020204030204" pitchFamily="34" charset="0"/>
              </a:rPr>
              <a:t>comprenant d</a:t>
            </a:r>
            <a:r>
              <a:rPr lang="fr-CA" sz="1400" dirty="0">
                <a:solidFill>
                  <a:srgbClr val="1447AB"/>
                </a:solidFill>
                <a:effectLst/>
                <a:latin typeface="Nunito" pitchFamily="2" charset="0"/>
                <a:ea typeface="Calibri" panose="020F0502020204030204" pitchFamily="34" charset="0"/>
              </a:rPr>
              <a:t>es prix imbattables dans plusieurs catégories + vos démos magasin ou autres produits que vous voudrez liquider. </a:t>
            </a:r>
            <a:r>
              <a:rPr lang="fr-CA" sz="1400" b="1" dirty="0">
                <a:solidFill>
                  <a:srgbClr val="1447AB"/>
                </a:solidFill>
                <a:effectLst/>
                <a:latin typeface="Nunito" pitchFamily="2" charset="0"/>
                <a:ea typeface="Calibri" panose="020F0502020204030204" pitchFamily="34" charset="0"/>
              </a:rPr>
              <a:t>Psst! </a:t>
            </a:r>
            <a:r>
              <a:rPr lang="fr-CA" sz="1400" dirty="0">
                <a:solidFill>
                  <a:srgbClr val="1447AB"/>
                </a:solidFill>
                <a:effectLst/>
                <a:latin typeface="Nunito" pitchFamily="2" charset="0"/>
                <a:ea typeface="Calibri" panose="020F0502020204030204" pitchFamily="34" charset="0"/>
              </a:rPr>
              <a:t>C’est un Festival et non une simple vente. Vous devrez donc créer de l’engouement autour de l’évènement du premier weekend de lancement. On compte donc sur vous pour mettre en place différentes initiatives: </a:t>
            </a:r>
            <a:r>
              <a:rPr lang="fr-CA" sz="1400" b="1" dirty="0">
                <a:solidFill>
                  <a:srgbClr val="1447AB"/>
                </a:solidFill>
                <a:effectLst/>
                <a:latin typeface="Nunito" pitchFamily="2" charset="0"/>
                <a:ea typeface="Calibri" panose="020F0502020204030204" pitchFamily="34" charset="0"/>
              </a:rPr>
              <a:t>musique, foodtruck, chapiteau, barbe </a:t>
            </a:r>
            <a:r>
              <a:rPr lang="fr-CA" sz="1400" b="1" dirty="0">
                <a:solidFill>
                  <a:srgbClr val="1447AB"/>
                </a:solidFill>
                <a:latin typeface="Nunito" pitchFamily="2" charset="0"/>
                <a:ea typeface="Calibri" panose="020F0502020204030204" pitchFamily="34" charset="0"/>
              </a:rPr>
              <a:t>à</a:t>
            </a:r>
            <a:r>
              <a:rPr lang="fr-CA" sz="1400" b="1" dirty="0">
                <a:solidFill>
                  <a:srgbClr val="1447AB"/>
                </a:solidFill>
                <a:effectLst/>
                <a:latin typeface="Nunito" pitchFamily="2" charset="0"/>
                <a:ea typeface="Calibri" panose="020F0502020204030204" pitchFamily="34" charset="0"/>
              </a:rPr>
              <a:t> papa, clown</a:t>
            </a:r>
            <a:r>
              <a:rPr lang="fr-CA" sz="1400" b="1" dirty="0">
                <a:solidFill>
                  <a:srgbClr val="1447AB"/>
                </a:solidFill>
                <a:latin typeface="Nunito" pitchFamily="2" charset="0"/>
                <a:ea typeface="Calibri" panose="020F0502020204030204" pitchFamily="34" charset="0"/>
              </a:rPr>
              <a:t>, roue chanceuse </a:t>
            </a:r>
            <a:r>
              <a:rPr lang="fr-CA" sz="1400" b="1" dirty="0">
                <a:solidFill>
                  <a:srgbClr val="1447AB"/>
                </a:solidFill>
                <a:effectLst/>
                <a:latin typeface="Nunito" pitchFamily="2" charset="0"/>
                <a:ea typeface="Calibri" panose="020F0502020204030204" pitchFamily="34" charset="0"/>
              </a:rPr>
              <a:t>etc. </a:t>
            </a:r>
            <a:endParaRPr lang="fr-CA" sz="1100" b="1" dirty="0">
              <a:solidFill>
                <a:srgbClr val="1447AB"/>
              </a:solidFill>
              <a:effectLst/>
              <a:latin typeface="Nunito" pitchFamily="2" charset="0"/>
              <a:ea typeface="Calibri" panose="020F0502020204030204" pitchFamily="34" charset="0"/>
            </a:endParaRPr>
          </a:p>
        </p:txBody>
      </p:sp>
      <p:sp>
        <p:nvSpPr>
          <p:cNvPr id="2" name="TextBox 54">
            <a:extLst>
              <a:ext uri="{FF2B5EF4-FFF2-40B4-BE49-F238E27FC236}">
                <a16:creationId xmlns:a16="http://schemas.microsoft.com/office/drawing/2014/main" id="{AE3D5B89-436C-62C1-386F-C3A94D93999D}"/>
              </a:ext>
            </a:extLst>
          </p:cNvPr>
          <p:cNvSpPr txBox="1"/>
          <p:nvPr>
            <p:custDataLst>
              <p:tags r:id="rId2"/>
            </p:custDataLst>
          </p:nvPr>
        </p:nvSpPr>
        <p:spPr>
          <a:xfrm>
            <a:off x="814822" y="480715"/>
            <a:ext cx="2875403" cy="276999"/>
          </a:xfrm>
          <a:prstGeom prst="rect">
            <a:avLst/>
          </a:prstGeom>
          <a:noFill/>
        </p:spPr>
        <p:txBody>
          <a:bodyPr wrap="square" rtlCol="0">
            <a:spAutoFit/>
          </a:bodyPr>
          <a:lstStyle/>
          <a:p>
            <a:r>
              <a:rPr lang="fr-CA" sz="1200" b="1" dirty="0">
                <a:solidFill>
                  <a:srgbClr val="1447AB"/>
                </a:solidFill>
                <a:effectLst/>
                <a:latin typeface="Nunito" pitchFamily="2" charset="0"/>
              </a:rPr>
              <a:t>FESTIVAL ESTIVAL 2025</a:t>
            </a:r>
            <a:endParaRPr lang="id-ID" sz="1200" b="1" dirty="0">
              <a:solidFill>
                <a:srgbClr val="1447AB"/>
              </a:solidFill>
              <a:effectLst/>
              <a:latin typeface="Nunito" pitchFamily="2" charset="0"/>
            </a:endParaRPr>
          </a:p>
        </p:txBody>
      </p:sp>
    </p:spTree>
    <p:extLst>
      <p:ext uri="{BB962C8B-B14F-4D97-AF65-F5344CB8AC3E}">
        <p14:creationId xmlns:p14="http://schemas.microsoft.com/office/powerpoint/2010/main" val="198903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2C9081FA-06CD-AA43-BCBC-B6DBD36F6909}"/>
              </a:ext>
            </a:extLst>
          </p:cNvPr>
          <p:cNvSpPr txBox="1"/>
          <p:nvPr>
            <p:custDataLst>
              <p:tags r:id="rId1"/>
            </p:custDataLst>
          </p:nvPr>
        </p:nvSpPr>
        <p:spPr>
          <a:xfrm>
            <a:off x="468559" y="1158837"/>
            <a:ext cx="5024487" cy="1754326"/>
          </a:xfrm>
          <a:prstGeom prst="rect">
            <a:avLst/>
          </a:prstGeom>
          <a:noFill/>
        </p:spPr>
        <p:txBody>
          <a:bodyPr wrap="square" rtlCol="0">
            <a:spAutoFit/>
          </a:bodyPr>
          <a:lstStyle/>
          <a:p>
            <a:pPr algn="ctr"/>
            <a:r>
              <a:rPr lang="fr-CA" sz="5400" b="1" dirty="0">
                <a:solidFill>
                  <a:srgbClr val="1447AB"/>
                </a:solidFill>
                <a:latin typeface="Nunito" pitchFamily="2" charset="0"/>
              </a:rPr>
              <a:t>Nouveau visuel 2025</a:t>
            </a:r>
            <a:endParaRPr lang="id-ID" sz="3200" b="1" dirty="0">
              <a:solidFill>
                <a:srgbClr val="1447AB"/>
              </a:solidFill>
              <a:effectLst/>
              <a:latin typeface="Nunito" pitchFamily="2" charset="0"/>
            </a:endParaRPr>
          </a:p>
        </p:txBody>
      </p:sp>
      <p:sp>
        <p:nvSpPr>
          <p:cNvPr id="4" name="TextBox 54">
            <a:extLst>
              <a:ext uri="{FF2B5EF4-FFF2-40B4-BE49-F238E27FC236}">
                <a16:creationId xmlns:a16="http://schemas.microsoft.com/office/drawing/2014/main" id="{94A8711A-5081-E0A6-4F32-A1A69FAE9ABC}"/>
              </a:ext>
            </a:extLst>
          </p:cNvPr>
          <p:cNvSpPr txBox="1"/>
          <p:nvPr>
            <p:custDataLst>
              <p:tags r:id="rId2"/>
            </p:custDataLst>
          </p:nvPr>
        </p:nvSpPr>
        <p:spPr>
          <a:xfrm>
            <a:off x="1543100" y="3531684"/>
            <a:ext cx="2875403" cy="1015663"/>
          </a:xfrm>
          <a:prstGeom prst="rect">
            <a:avLst/>
          </a:prstGeom>
          <a:noFill/>
        </p:spPr>
        <p:txBody>
          <a:bodyPr wrap="square" rtlCol="0">
            <a:spAutoFit/>
          </a:bodyPr>
          <a:lstStyle/>
          <a:p>
            <a:pPr algn="ctr"/>
            <a:endParaRPr lang="fr-CA" sz="1200" b="1" dirty="0">
              <a:solidFill>
                <a:srgbClr val="FF0000"/>
              </a:solidFill>
              <a:latin typeface="Nunito" pitchFamily="2" charset="0"/>
            </a:endParaRPr>
          </a:p>
          <a:p>
            <a:pPr algn="ctr"/>
            <a:r>
              <a:rPr lang="fr-CA" sz="1200" b="1" dirty="0">
                <a:solidFill>
                  <a:srgbClr val="FF0000"/>
                </a:solidFill>
                <a:latin typeface="Nunito" pitchFamily="2" charset="0"/>
              </a:rPr>
              <a:t>VISUEL NON FINAL</a:t>
            </a:r>
          </a:p>
          <a:p>
            <a:pPr algn="ctr"/>
            <a:r>
              <a:rPr lang="fr-CA" sz="1200" b="1" dirty="0">
                <a:solidFill>
                  <a:srgbClr val="FF0000"/>
                </a:solidFill>
                <a:latin typeface="Nunito" pitchFamily="2" charset="0"/>
              </a:rPr>
              <a:t>Utilisez les jpeg haute résolution qui sont déposés sur le </a:t>
            </a:r>
            <a:r>
              <a:rPr lang="fr-CA" sz="1200" b="1" dirty="0" err="1">
                <a:solidFill>
                  <a:srgbClr val="FF0000"/>
                </a:solidFill>
                <a:latin typeface="Nunito" pitchFamily="2" charset="0"/>
              </a:rPr>
              <a:t>Sharepoint</a:t>
            </a:r>
            <a:r>
              <a:rPr lang="fr-CA" sz="1200" b="1" dirty="0">
                <a:solidFill>
                  <a:srgbClr val="FF0000"/>
                </a:solidFill>
                <a:latin typeface="Nunito" pitchFamily="2" charset="0"/>
              </a:rPr>
              <a:t> afin d’imprimer ou publier sur Facebook</a:t>
            </a:r>
            <a:endParaRPr lang="id-ID" sz="1200" b="1" dirty="0">
              <a:solidFill>
                <a:srgbClr val="FF0000"/>
              </a:solidFill>
              <a:effectLst/>
              <a:latin typeface="Nunito" pitchFamily="2" charset="0"/>
            </a:endParaRPr>
          </a:p>
        </p:txBody>
      </p:sp>
      <p:pic>
        <p:nvPicPr>
          <p:cNvPr id="5" name="Image 4">
            <a:extLst>
              <a:ext uri="{FF2B5EF4-FFF2-40B4-BE49-F238E27FC236}">
                <a16:creationId xmlns:a16="http://schemas.microsoft.com/office/drawing/2014/main" id="{6BE9F002-7D49-2642-FE8E-4E37BA0130BB}"/>
              </a:ext>
            </a:extLst>
          </p:cNvPr>
          <p:cNvPicPr>
            <a:picLocks noChangeAspect="1"/>
          </p:cNvPicPr>
          <p:nvPr/>
        </p:nvPicPr>
        <p:blipFill>
          <a:blip r:embed="rId4"/>
          <a:stretch>
            <a:fillRect/>
          </a:stretch>
        </p:blipFill>
        <p:spPr>
          <a:xfrm>
            <a:off x="6599956" y="510058"/>
            <a:ext cx="4313075" cy="5632515"/>
          </a:xfrm>
          <a:prstGeom prst="rect">
            <a:avLst/>
          </a:prstGeom>
          <a:ln>
            <a:solidFill>
              <a:schemeClr val="bg1">
                <a:lumMod val="75000"/>
              </a:schemeClr>
            </a:solidFill>
          </a:ln>
        </p:spPr>
      </p:pic>
      <p:sp>
        <p:nvSpPr>
          <p:cNvPr id="7" name="ZoneTexte 6">
            <a:extLst>
              <a:ext uri="{FF2B5EF4-FFF2-40B4-BE49-F238E27FC236}">
                <a16:creationId xmlns:a16="http://schemas.microsoft.com/office/drawing/2014/main" id="{E50321DD-BA84-3BF4-1A1C-C195BFFC76B0}"/>
              </a:ext>
            </a:extLst>
          </p:cNvPr>
          <p:cNvSpPr txBox="1"/>
          <p:nvPr/>
        </p:nvSpPr>
        <p:spPr>
          <a:xfrm>
            <a:off x="6599956" y="6347942"/>
            <a:ext cx="4313075" cy="369332"/>
          </a:xfrm>
          <a:prstGeom prst="rect">
            <a:avLst/>
          </a:prstGeom>
          <a:noFill/>
        </p:spPr>
        <p:txBody>
          <a:bodyPr wrap="square">
            <a:spAutoFit/>
          </a:bodyPr>
          <a:lstStyle/>
          <a:p>
            <a:pPr algn="ctr"/>
            <a:r>
              <a:rPr lang="fr-CA" sz="900" dirty="0">
                <a:solidFill>
                  <a:srgbClr val="1447AB"/>
                </a:solidFill>
                <a:latin typeface="Nunito" pitchFamily="2" charset="0"/>
              </a:rPr>
              <a:t>Note: Le rabais prévu initialement était de 35%, nous vous déposerons le texte corrigé pour le 30x38 que vous pourrez apposer sur l’affiche. </a:t>
            </a:r>
            <a:endParaRPr lang="id-ID" sz="900" dirty="0">
              <a:solidFill>
                <a:srgbClr val="1447AB"/>
              </a:solidFill>
              <a:latin typeface="Nunito" pitchFamily="2" charset="0"/>
            </a:endParaRPr>
          </a:p>
        </p:txBody>
      </p:sp>
    </p:spTree>
    <p:extLst>
      <p:ext uri="{BB962C8B-B14F-4D97-AF65-F5344CB8AC3E}">
        <p14:creationId xmlns:p14="http://schemas.microsoft.com/office/powerpoint/2010/main" val="11729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1">
            <a:extLst>
              <a:ext uri="{FF2B5EF4-FFF2-40B4-BE49-F238E27FC236}">
                <a16:creationId xmlns:a16="http://schemas.microsoft.com/office/drawing/2014/main" id="{6ABD175D-4C38-3FA1-8C5E-CED33CC9FB9F}"/>
              </a:ext>
            </a:extLst>
          </p:cNvPr>
          <p:cNvSpPr txBox="1"/>
          <p:nvPr>
            <p:custDataLst>
              <p:tags r:id="rId1"/>
            </p:custDataLst>
          </p:nvPr>
        </p:nvSpPr>
        <p:spPr>
          <a:xfrm>
            <a:off x="1202987" y="696809"/>
            <a:ext cx="9786025" cy="769441"/>
          </a:xfrm>
          <a:prstGeom prst="rect">
            <a:avLst/>
          </a:prstGeom>
          <a:noFill/>
        </p:spPr>
        <p:txBody>
          <a:bodyPr wrap="square" rtlCol="0">
            <a:spAutoFit/>
          </a:bodyPr>
          <a:lstStyle/>
          <a:p>
            <a:pPr algn="ctr"/>
            <a:r>
              <a:rPr lang="fr-CA" sz="4400" b="1" dirty="0">
                <a:solidFill>
                  <a:srgbClr val="1447AB"/>
                </a:solidFill>
                <a:latin typeface="Nunito" pitchFamily="2" charset="0"/>
              </a:rPr>
              <a:t>Matériel marketing fourni</a:t>
            </a:r>
            <a:endParaRPr lang="id-ID" sz="4400" b="1" dirty="0">
              <a:solidFill>
                <a:srgbClr val="1447AB"/>
              </a:solidFill>
              <a:latin typeface="Nunito" pitchFamily="2" charset="0"/>
            </a:endParaRPr>
          </a:p>
        </p:txBody>
      </p:sp>
      <p:sp>
        <p:nvSpPr>
          <p:cNvPr id="11" name="TextBox 41">
            <a:extLst>
              <a:ext uri="{FF2B5EF4-FFF2-40B4-BE49-F238E27FC236}">
                <a16:creationId xmlns:a16="http://schemas.microsoft.com/office/drawing/2014/main" id="{817CE486-EF1B-C4A8-2E06-50327CFBC897}"/>
              </a:ext>
            </a:extLst>
          </p:cNvPr>
          <p:cNvSpPr txBox="1"/>
          <p:nvPr>
            <p:custDataLst>
              <p:tags r:id="rId2"/>
            </p:custDataLst>
          </p:nvPr>
        </p:nvSpPr>
        <p:spPr>
          <a:xfrm>
            <a:off x="8715502" y="4198374"/>
            <a:ext cx="2379017" cy="338554"/>
          </a:xfrm>
          <a:prstGeom prst="rect">
            <a:avLst/>
          </a:prstGeom>
          <a:noFill/>
        </p:spPr>
        <p:txBody>
          <a:bodyPr wrap="square" rtlCol="0">
            <a:spAutoFit/>
          </a:bodyPr>
          <a:lstStyle/>
          <a:p>
            <a:pPr algn="ctr"/>
            <a:r>
              <a:rPr lang="fr-CA" sz="1600" b="1" dirty="0">
                <a:solidFill>
                  <a:srgbClr val="1447AB"/>
                </a:solidFill>
                <a:latin typeface="Nunito" pitchFamily="2" charset="0"/>
              </a:rPr>
              <a:t>Coupons à imprimer</a:t>
            </a:r>
            <a:endParaRPr lang="id-ID" sz="1600" b="1" dirty="0">
              <a:solidFill>
                <a:srgbClr val="1447AB"/>
              </a:solidFill>
              <a:latin typeface="Nunito" pitchFamily="2" charset="0"/>
            </a:endParaRPr>
          </a:p>
        </p:txBody>
      </p:sp>
      <p:sp>
        <p:nvSpPr>
          <p:cNvPr id="12" name="TextBox 41">
            <a:extLst>
              <a:ext uri="{FF2B5EF4-FFF2-40B4-BE49-F238E27FC236}">
                <a16:creationId xmlns:a16="http://schemas.microsoft.com/office/drawing/2014/main" id="{18B03AA7-B49A-3172-470D-D2C0D97D1401}"/>
              </a:ext>
            </a:extLst>
          </p:cNvPr>
          <p:cNvSpPr txBox="1"/>
          <p:nvPr>
            <p:custDataLst>
              <p:tags r:id="rId3"/>
            </p:custDataLst>
          </p:nvPr>
        </p:nvSpPr>
        <p:spPr>
          <a:xfrm>
            <a:off x="4755612" y="5747240"/>
            <a:ext cx="2676070" cy="754053"/>
          </a:xfrm>
          <a:prstGeom prst="rect">
            <a:avLst/>
          </a:prstGeom>
          <a:noFill/>
        </p:spPr>
        <p:txBody>
          <a:bodyPr wrap="square" rtlCol="0">
            <a:spAutoFit/>
          </a:bodyPr>
          <a:lstStyle/>
          <a:p>
            <a:pPr algn="ctr"/>
            <a:r>
              <a:rPr lang="fr-CA" sz="1600" b="1" dirty="0">
                <a:solidFill>
                  <a:srgbClr val="1447AB"/>
                </a:solidFill>
                <a:latin typeface="Nunito" pitchFamily="2" charset="0"/>
              </a:rPr>
              <a:t>30x38 </a:t>
            </a:r>
          </a:p>
          <a:p>
            <a:pPr algn="ctr"/>
            <a:r>
              <a:rPr lang="fr-CA" sz="900" dirty="0">
                <a:solidFill>
                  <a:srgbClr val="1447AB"/>
                </a:solidFill>
                <a:latin typeface="Nunito" pitchFamily="2" charset="0"/>
              </a:rPr>
              <a:t>Note: Le rabais prévu initialement était de 35%, nous vous déposerons le texte corrigé pour le 30x38 que vous pourrez apposer sur l’affiche. </a:t>
            </a:r>
            <a:endParaRPr lang="id-ID" sz="900" dirty="0">
              <a:solidFill>
                <a:srgbClr val="1447AB"/>
              </a:solidFill>
              <a:latin typeface="Nunito" pitchFamily="2" charset="0"/>
            </a:endParaRPr>
          </a:p>
        </p:txBody>
      </p:sp>
      <p:sp>
        <p:nvSpPr>
          <p:cNvPr id="14" name="TextBox 41">
            <a:extLst>
              <a:ext uri="{FF2B5EF4-FFF2-40B4-BE49-F238E27FC236}">
                <a16:creationId xmlns:a16="http://schemas.microsoft.com/office/drawing/2014/main" id="{3415F50E-3D7D-FEC9-F705-2633A254C242}"/>
              </a:ext>
            </a:extLst>
          </p:cNvPr>
          <p:cNvSpPr txBox="1"/>
          <p:nvPr>
            <p:custDataLst>
              <p:tags r:id="rId4"/>
            </p:custDataLst>
          </p:nvPr>
        </p:nvSpPr>
        <p:spPr>
          <a:xfrm>
            <a:off x="1484063" y="4969655"/>
            <a:ext cx="1926375" cy="338554"/>
          </a:xfrm>
          <a:prstGeom prst="rect">
            <a:avLst/>
          </a:prstGeom>
          <a:noFill/>
        </p:spPr>
        <p:txBody>
          <a:bodyPr wrap="square" rtlCol="0">
            <a:spAutoFit/>
          </a:bodyPr>
          <a:lstStyle/>
          <a:p>
            <a:pPr algn="ctr"/>
            <a:r>
              <a:rPr lang="fr-CA" sz="1600" b="1" dirty="0">
                <a:solidFill>
                  <a:srgbClr val="1447AB"/>
                </a:solidFill>
                <a:latin typeface="Nunito" pitchFamily="2" charset="0"/>
              </a:rPr>
              <a:t>100 Ballons</a:t>
            </a:r>
            <a:endParaRPr lang="id-ID" sz="1600" b="1" dirty="0">
              <a:solidFill>
                <a:srgbClr val="1447AB"/>
              </a:solidFill>
              <a:latin typeface="Nunito" pitchFamily="2" charset="0"/>
            </a:endParaRPr>
          </a:p>
        </p:txBody>
      </p:sp>
      <p:pic>
        <p:nvPicPr>
          <p:cNvPr id="9" name="Image 8">
            <a:extLst>
              <a:ext uri="{FF2B5EF4-FFF2-40B4-BE49-F238E27FC236}">
                <a16:creationId xmlns:a16="http://schemas.microsoft.com/office/drawing/2014/main" id="{0F2620D0-8903-ED80-E0E3-2DC56EAC8E8D}"/>
              </a:ext>
            </a:extLst>
          </p:cNvPr>
          <p:cNvPicPr>
            <a:picLocks noChangeAspect="1"/>
          </p:cNvPicPr>
          <p:nvPr/>
        </p:nvPicPr>
        <p:blipFill>
          <a:blip r:embed="rId7"/>
          <a:stretch>
            <a:fillRect/>
          </a:stretch>
        </p:blipFill>
        <p:spPr>
          <a:xfrm>
            <a:off x="8918385" y="1604322"/>
            <a:ext cx="1961649" cy="2552677"/>
          </a:xfrm>
          <a:prstGeom prst="rect">
            <a:avLst/>
          </a:prstGeom>
        </p:spPr>
      </p:pic>
      <p:sp>
        <p:nvSpPr>
          <p:cNvPr id="15" name="TextBox 41">
            <a:extLst>
              <a:ext uri="{FF2B5EF4-FFF2-40B4-BE49-F238E27FC236}">
                <a16:creationId xmlns:a16="http://schemas.microsoft.com/office/drawing/2014/main" id="{4827D486-BEA6-848D-8E04-812CBA39522C}"/>
              </a:ext>
            </a:extLst>
          </p:cNvPr>
          <p:cNvSpPr txBox="1"/>
          <p:nvPr>
            <p:custDataLst>
              <p:tags r:id="rId5"/>
            </p:custDataLst>
          </p:nvPr>
        </p:nvSpPr>
        <p:spPr>
          <a:xfrm>
            <a:off x="8465741" y="6024239"/>
            <a:ext cx="2866935" cy="338554"/>
          </a:xfrm>
          <a:prstGeom prst="rect">
            <a:avLst/>
          </a:prstGeom>
          <a:noFill/>
        </p:spPr>
        <p:txBody>
          <a:bodyPr wrap="square" rtlCol="0">
            <a:spAutoFit/>
          </a:bodyPr>
          <a:lstStyle/>
          <a:p>
            <a:pPr algn="ctr"/>
            <a:r>
              <a:rPr lang="fr-CA" sz="1600" b="1" dirty="0">
                <a:solidFill>
                  <a:srgbClr val="1447AB"/>
                </a:solidFill>
                <a:latin typeface="Nunito" pitchFamily="2" charset="0"/>
              </a:rPr>
              <a:t>60 serviettes Club Piscine</a:t>
            </a:r>
            <a:endParaRPr lang="id-ID" sz="1600" b="1" dirty="0">
              <a:solidFill>
                <a:srgbClr val="1447AB"/>
              </a:solidFill>
              <a:latin typeface="Nunito" pitchFamily="2" charset="0"/>
            </a:endParaRPr>
          </a:p>
        </p:txBody>
      </p:sp>
      <p:pic>
        <p:nvPicPr>
          <p:cNvPr id="8" name="Image 7">
            <a:extLst>
              <a:ext uri="{FF2B5EF4-FFF2-40B4-BE49-F238E27FC236}">
                <a16:creationId xmlns:a16="http://schemas.microsoft.com/office/drawing/2014/main" id="{9DB71180-19CF-BA83-3B64-D6F6EF8F8B4C}"/>
              </a:ext>
            </a:extLst>
          </p:cNvPr>
          <p:cNvPicPr>
            <a:picLocks noChangeAspect="1"/>
          </p:cNvPicPr>
          <p:nvPr/>
        </p:nvPicPr>
        <p:blipFill>
          <a:blip r:embed="rId8"/>
          <a:stretch>
            <a:fillRect/>
          </a:stretch>
        </p:blipFill>
        <p:spPr>
          <a:xfrm>
            <a:off x="8617804" y="4824524"/>
            <a:ext cx="2476715" cy="1158340"/>
          </a:xfrm>
          <a:prstGeom prst="rect">
            <a:avLst/>
          </a:prstGeom>
        </p:spPr>
      </p:pic>
      <p:pic>
        <p:nvPicPr>
          <p:cNvPr id="18" name="Image 17">
            <a:extLst>
              <a:ext uri="{FF2B5EF4-FFF2-40B4-BE49-F238E27FC236}">
                <a16:creationId xmlns:a16="http://schemas.microsoft.com/office/drawing/2014/main" id="{B3D2CDB8-5FBD-C9DE-10FB-0BBBB685417A}"/>
              </a:ext>
            </a:extLst>
          </p:cNvPr>
          <p:cNvPicPr>
            <a:picLocks noChangeAspect="1"/>
          </p:cNvPicPr>
          <p:nvPr/>
        </p:nvPicPr>
        <p:blipFill>
          <a:blip r:embed="rId9"/>
          <a:stretch>
            <a:fillRect/>
          </a:stretch>
        </p:blipFill>
        <p:spPr>
          <a:xfrm>
            <a:off x="496192" y="2806557"/>
            <a:ext cx="3595055" cy="1976592"/>
          </a:xfrm>
          <a:prstGeom prst="rect">
            <a:avLst/>
          </a:prstGeom>
        </p:spPr>
      </p:pic>
      <p:pic>
        <p:nvPicPr>
          <p:cNvPr id="3" name="Image 5" descr="Une image contenant texte, meubles, chaise, table&#10;&#10;Le contenu généré par l’IA peut être incorrect.">
            <a:extLst>
              <a:ext uri="{FF2B5EF4-FFF2-40B4-BE49-F238E27FC236}">
                <a16:creationId xmlns:a16="http://schemas.microsoft.com/office/drawing/2014/main" id="{7CBCDF47-0AB9-5836-8797-E65EC8D45E6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899208" y="1618274"/>
            <a:ext cx="1014651" cy="1282046"/>
          </a:xfrm>
          <a:prstGeom prst="rect">
            <a:avLst/>
          </a:prstGeom>
          <a:ln>
            <a:solidFill>
              <a:schemeClr val="bg1">
                <a:lumMod val="50000"/>
              </a:schemeClr>
            </a:solidFill>
          </a:ln>
        </p:spPr>
      </p:pic>
      <p:pic>
        <p:nvPicPr>
          <p:cNvPr id="5" name="Image 5" descr="Une image contenant texte, meubles, chaise, table&#10;&#10;Le contenu généré par l’IA peut être incorrect.">
            <a:extLst>
              <a:ext uri="{FF2B5EF4-FFF2-40B4-BE49-F238E27FC236}">
                <a16:creationId xmlns:a16="http://schemas.microsoft.com/office/drawing/2014/main" id="{97E27F73-D2F6-6583-0795-950687BB0E6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884560" y="1618274"/>
            <a:ext cx="1014651" cy="1282046"/>
          </a:xfrm>
          <a:prstGeom prst="rect">
            <a:avLst/>
          </a:prstGeom>
          <a:ln>
            <a:solidFill>
              <a:schemeClr val="bg1">
                <a:lumMod val="50000"/>
              </a:schemeClr>
            </a:solidFill>
          </a:ln>
        </p:spPr>
      </p:pic>
      <p:pic>
        <p:nvPicPr>
          <p:cNvPr id="7" name="Image 5" descr="Une image contenant texte, meubles, chaise, table&#10;&#10;Le contenu généré par l’IA peut être incorrect.">
            <a:extLst>
              <a:ext uri="{FF2B5EF4-FFF2-40B4-BE49-F238E27FC236}">
                <a16:creationId xmlns:a16="http://schemas.microsoft.com/office/drawing/2014/main" id="{6B1944E5-23B3-F1B5-7802-402847E4E8C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0800000">
            <a:off x="9899208" y="2874953"/>
            <a:ext cx="1014651" cy="1282046"/>
          </a:xfrm>
          <a:prstGeom prst="rect">
            <a:avLst/>
          </a:prstGeom>
          <a:ln>
            <a:solidFill>
              <a:schemeClr val="bg1">
                <a:lumMod val="50000"/>
              </a:schemeClr>
            </a:solidFill>
          </a:ln>
        </p:spPr>
      </p:pic>
      <p:pic>
        <p:nvPicPr>
          <p:cNvPr id="10" name="Image 5" descr="Une image contenant texte, meubles, chaise, table&#10;&#10;Le contenu généré par l’IA peut être incorrect.">
            <a:extLst>
              <a:ext uri="{FF2B5EF4-FFF2-40B4-BE49-F238E27FC236}">
                <a16:creationId xmlns:a16="http://schemas.microsoft.com/office/drawing/2014/main" id="{BDA12679-E283-6F6C-1D32-51960DDC96F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0800000">
            <a:off x="8884560" y="2874953"/>
            <a:ext cx="1014651" cy="1282046"/>
          </a:xfrm>
          <a:prstGeom prst="rect">
            <a:avLst/>
          </a:prstGeom>
          <a:ln>
            <a:solidFill>
              <a:schemeClr val="bg1">
                <a:lumMod val="50000"/>
              </a:schemeClr>
            </a:solidFill>
          </a:ln>
        </p:spPr>
      </p:pic>
      <p:pic>
        <p:nvPicPr>
          <p:cNvPr id="16" name="Image 15">
            <a:extLst>
              <a:ext uri="{FF2B5EF4-FFF2-40B4-BE49-F238E27FC236}">
                <a16:creationId xmlns:a16="http://schemas.microsoft.com/office/drawing/2014/main" id="{18869C96-AE99-AE99-2CF5-3BD1074D0038}"/>
              </a:ext>
            </a:extLst>
          </p:cNvPr>
          <p:cNvPicPr>
            <a:picLocks noChangeAspect="1"/>
          </p:cNvPicPr>
          <p:nvPr/>
        </p:nvPicPr>
        <p:blipFill>
          <a:blip r:embed="rId11"/>
          <a:stretch>
            <a:fillRect/>
          </a:stretch>
        </p:blipFill>
        <p:spPr>
          <a:xfrm>
            <a:off x="4757964" y="2138200"/>
            <a:ext cx="2676071" cy="3494724"/>
          </a:xfrm>
          <a:prstGeom prst="rect">
            <a:avLst/>
          </a:prstGeom>
          <a:ln>
            <a:solidFill>
              <a:schemeClr val="bg1">
                <a:lumMod val="75000"/>
              </a:schemeClr>
            </a:solidFill>
          </a:ln>
        </p:spPr>
      </p:pic>
    </p:spTree>
    <p:extLst>
      <p:ext uri="{BB962C8B-B14F-4D97-AF65-F5344CB8AC3E}">
        <p14:creationId xmlns:p14="http://schemas.microsoft.com/office/powerpoint/2010/main" val="428872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0" y="0"/>
            <a:ext cx="5275657" cy="6858000"/>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TextBox 40"/>
          <p:cNvSpPr txBox="1"/>
          <p:nvPr>
            <p:custDataLst>
              <p:tags r:id="rId2"/>
            </p:custDataLst>
          </p:nvPr>
        </p:nvSpPr>
        <p:spPr>
          <a:xfrm>
            <a:off x="5658071" y="1720840"/>
            <a:ext cx="6312469" cy="3693319"/>
          </a:xfrm>
          <a:prstGeom prst="rect">
            <a:avLst/>
          </a:prstGeom>
          <a:noFill/>
          <a:ln>
            <a:noFill/>
          </a:ln>
        </p:spPr>
        <p:txBody>
          <a:bodyPr wrap="square" rtlCol="0">
            <a:spAutoFit/>
          </a:bodyPr>
          <a:lstStyle/>
          <a:p>
            <a:pPr marL="285750" lvl="0" indent="-285750">
              <a:buFont typeface="Arial" panose="020B0604020202020204" pitchFamily="34" charset="0"/>
              <a:buChar char="•"/>
            </a:pPr>
            <a:r>
              <a:rPr lang="fr-CA" dirty="0">
                <a:latin typeface="Nunito" pitchFamily="2" charset="0"/>
              </a:rPr>
              <a:t>2 affiches 30x38po </a:t>
            </a:r>
          </a:p>
          <a:p>
            <a:pPr marL="285750" indent="-285750">
              <a:buFont typeface="Arial" panose="020B0604020202020204" pitchFamily="34" charset="0"/>
              <a:buChar char="•"/>
            </a:pPr>
            <a:r>
              <a:rPr lang="fr-CA" dirty="0">
                <a:latin typeface="Nunito" pitchFamily="2" charset="0"/>
              </a:rPr>
              <a:t>Cartes de prix + </a:t>
            </a:r>
            <a:r>
              <a:rPr lang="fr-CA" dirty="0" err="1">
                <a:latin typeface="Nunito" pitchFamily="2" charset="0"/>
              </a:rPr>
              <a:t>blank</a:t>
            </a:r>
            <a:endParaRPr lang="fr-CA" dirty="0">
              <a:latin typeface="Nunito" pitchFamily="2" charset="0"/>
            </a:endParaRPr>
          </a:p>
          <a:p>
            <a:pPr marL="285750" indent="-285750">
              <a:buFont typeface="Arial" panose="020B0604020202020204" pitchFamily="34" charset="0"/>
              <a:buChar char="•"/>
            </a:pPr>
            <a:r>
              <a:rPr lang="fr-CA" dirty="0">
                <a:latin typeface="Nunito" pitchFamily="2" charset="0"/>
              </a:rPr>
              <a:t>Affiches 8,5x11 des promos Festival Estival </a:t>
            </a:r>
            <a:r>
              <a:rPr lang="fr-CA" b="1" dirty="0">
                <a:latin typeface="Nunito" pitchFamily="2" charset="0"/>
              </a:rPr>
              <a:t>à imprimer</a:t>
            </a:r>
          </a:p>
          <a:p>
            <a:pPr marL="285750" lvl="0" indent="-285750">
              <a:buFont typeface="Arial" panose="020B0604020202020204" pitchFamily="34" charset="0"/>
              <a:buChar char="•"/>
            </a:pPr>
            <a:r>
              <a:rPr lang="fr-CA" dirty="0">
                <a:latin typeface="Nunito" pitchFamily="2" charset="0"/>
              </a:rPr>
              <a:t>60 serviettes Club Piscine par magasin </a:t>
            </a:r>
          </a:p>
          <a:p>
            <a:pPr marL="285750" lvl="0" indent="-285750">
              <a:buFont typeface="Arial" panose="020B0604020202020204" pitchFamily="34" charset="0"/>
              <a:buChar char="•"/>
            </a:pPr>
            <a:r>
              <a:rPr lang="fr-CA" dirty="0">
                <a:latin typeface="Nunito" pitchFamily="2" charset="0"/>
              </a:rPr>
              <a:t>100 Ballons de plages Club Piscine à donner aux enfants</a:t>
            </a:r>
          </a:p>
          <a:p>
            <a:pPr marL="285750" indent="-285750">
              <a:buFont typeface="Arial" panose="020B0604020202020204" pitchFamily="34" charset="0"/>
              <a:buChar char="•"/>
            </a:pPr>
            <a:r>
              <a:rPr lang="fr-CA" dirty="0">
                <a:latin typeface="Nunito" pitchFamily="2" charset="0"/>
              </a:rPr>
              <a:t>PDF Affiche 8,5X11 Festival Estival +  coupons </a:t>
            </a:r>
            <a:r>
              <a:rPr lang="fr-CA" b="1" dirty="0">
                <a:latin typeface="Nunito" pitchFamily="2" charset="0"/>
              </a:rPr>
              <a:t>à imprimer</a:t>
            </a:r>
          </a:p>
          <a:p>
            <a:pPr marL="285750" indent="-285750">
              <a:buFont typeface="Arial" panose="020B0604020202020204" pitchFamily="34" charset="0"/>
              <a:buChar char="•"/>
            </a:pPr>
            <a:r>
              <a:rPr lang="fr-CA" b="1" dirty="0">
                <a:latin typeface="Nunito" pitchFamily="2" charset="0"/>
              </a:rPr>
              <a:t>Rappel</a:t>
            </a:r>
            <a:r>
              <a:rPr lang="fr-CA" dirty="0">
                <a:latin typeface="Nunito" pitchFamily="2" charset="0"/>
              </a:rPr>
              <a:t> : Si vous avez passé une commande en mars dernier, vous avez en main des fanions GRANDE VENTE. Nous vous suggérons fortement de les utiliser pour l’évènement afin de créer de l’attraction.</a:t>
            </a:r>
          </a:p>
          <a:p>
            <a:pPr marL="285750" indent="-285750">
              <a:buFont typeface="Arial" panose="020B0604020202020204" pitchFamily="34" charset="0"/>
              <a:buChar char="•"/>
            </a:pPr>
            <a:endParaRPr lang="fr-CA" b="1" dirty="0">
              <a:latin typeface="Nunito" pitchFamily="2" charset="0"/>
            </a:endParaRPr>
          </a:p>
        </p:txBody>
      </p:sp>
      <p:sp>
        <p:nvSpPr>
          <p:cNvPr id="42" name="TextBox 41"/>
          <p:cNvSpPr txBox="1"/>
          <p:nvPr>
            <p:custDataLst>
              <p:tags r:id="rId3"/>
            </p:custDataLst>
          </p:nvPr>
        </p:nvSpPr>
        <p:spPr>
          <a:xfrm>
            <a:off x="5769057" y="770065"/>
            <a:ext cx="5561962" cy="369332"/>
          </a:xfrm>
          <a:prstGeom prst="rect">
            <a:avLst/>
          </a:prstGeom>
          <a:noFill/>
        </p:spPr>
        <p:txBody>
          <a:bodyPr wrap="square" rtlCol="0">
            <a:spAutoFit/>
          </a:bodyPr>
          <a:lstStyle/>
          <a:p>
            <a:r>
              <a:rPr lang="fr-CA" b="1" dirty="0">
                <a:solidFill>
                  <a:srgbClr val="1447AB"/>
                </a:solidFill>
                <a:latin typeface="Nunito" pitchFamily="2" charset="0"/>
              </a:rPr>
              <a:t>Matériel fourni à l’effigie du FESTIVAL ESTIVAL: </a:t>
            </a:r>
            <a:endParaRPr lang="id-ID" b="1" dirty="0">
              <a:solidFill>
                <a:srgbClr val="1447AB"/>
              </a:solidFill>
              <a:latin typeface="Nunito" pitchFamily="2" charset="0"/>
            </a:endParaRPr>
          </a:p>
        </p:txBody>
      </p:sp>
      <p:sp>
        <p:nvSpPr>
          <p:cNvPr id="53" name="TextBox 52">
            <a:extLst>
              <a:ext uri="{FF2B5EF4-FFF2-40B4-BE49-F238E27FC236}">
                <a16:creationId xmlns:a16="http://schemas.microsoft.com/office/drawing/2014/main" id="{2C9081FA-06CD-AA43-BCBC-B6DBD36F6909}"/>
              </a:ext>
            </a:extLst>
          </p:cNvPr>
          <p:cNvSpPr txBox="1"/>
          <p:nvPr>
            <p:custDataLst>
              <p:tags r:id="rId4"/>
            </p:custDataLst>
          </p:nvPr>
        </p:nvSpPr>
        <p:spPr>
          <a:xfrm>
            <a:off x="908350" y="3567519"/>
            <a:ext cx="4641774" cy="1938992"/>
          </a:xfrm>
          <a:prstGeom prst="rect">
            <a:avLst/>
          </a:prstGeom>
          <a:noFill/>
        </p:spPr>
        <p:txBody>
          <a:bodyPr wrap="square" rtlCol="0">
            <a:spAutoFit/>
          </a:bodyPr>
          <a:lstStyle/>
          <a:p>
            <a:r>
              <a:rPr lang="fr-CA" sz="6000" b="1" dirty="0">
                <a:solidFill>
                  <a:schemeClr val="bg1"/>
                </a:solidFill>
                <a:latin typeface="Nunito" pitchFamily="2" charset="0"/>
              </a:rPr>
              <a:t>Matériel fourni</a:t>
            </a:r>
            <a:endParaRPr lang="id-ID" sz="3600" b="1" dirty="0">
              <a:solidFill>
                <a:schemeClr val="bg1"/>
              </a:solidFill>
              <a:effectLst/>
              <a:latin typeface="Nunito" pitchFamily="2" charset="0"/>
            </a:endParaRPr>
          </a:p>
        </p:txBody>
      </p:sp>
      <p:sp>
        <p:nvSpPr>
          <p:cNvPr id="10" name="TextBox 41">
            <a:extLst>
              <a:ext uri="{FF2B5EF4-FFF2-40B4-BE49-F238E27FC236}">
                <a16:creationId xmlns:a16="http://schemas.microsoft.com/office/drawing/2014/main" id="{4DB75789-738B-8D15-2978-5CB7CE1FDEF4}"/>
              </a:ext>
            </a:extLst>
          </p:cNvPr>
          <p:cNvSpPr txBox="1"/>
          <p:nvPr>
            <p:custDataLst>
              <p:tags r:id="rId5"/>
            </p:custDataLst>
          </p:nvPr>
        </p:nvSpPr>
        <p:spPr>
          <a:xfrm>
            <a:off x="447471" y="5652429"/>
            <a:ext cx="4338537" cy="276999"/>
          </a:xfrm>
          <a:prstGeom prst="rect">
            <a:avLst/>
          </a:prstGeom>
          <a:noFill/>
        </p:spPr>
        <p:txBody>
          <a:bodyPr wrap="square" rtlCol="0">
            <a:spAutoFit/>
          </a:bodyPr>
          <a:lstStyle/>
          <a:p>
            <a:pPr algn="ctr"/>
            <a:r>
              <a:rPr lang="fr-CA" sz="1200" b="1" dirty="0">
                <a:highlight>
                  <a:srgbClr val="FFFF00"/>
                </a:highlight>
                <a:latin typeface="Nunito" pitchFamily="2" charset="0"/>
              </a:rPr>
              <a:t>Tout sera envoyé par </a:t>
            </a:r>
            <a:r>
              <a:rPr lang="fr-CA" sz="1200" b="1" dirty="0" err="1">
                <a:highlight>
                  <a:srgbClr val="FFFF00"/>
                </a:highlight>
                <a:latin typeface="Nunito" pitchFamily="2" charset="0"/>
              </a:rPr>
              <a:t>Puro</a:t>
            </a:r>
            <a:r>
              <a:rPr lang="fr-CA" sz="1200" b="1" dirty="0">
                <a:highlight>
                  <a:srgbClr val="FFFF00"/>
                </a:highlight>
                <a:latin typeface="Nunito" pitchFamily="2" charset="0"/>
              </a:rPr>
              <a:t> dans la semaine du 23 juin</a:t>
            </a:r>
            <a:r>
              <a:rPr lang="fr-CA" sz="1200" b="1" dirty="0">
                <a:latin typeface="Nunito" pitchFamily="2" charset="0"/>
              </a:rPr>
              <a:t>.  </a:t>
            </a:r>
          </a:p>
        </p:txBody>
      </p:sp>
      <p:sp>
        <p:nvSpPr>
          <p:cNvPr id="2" name="TextBox 41">
            <a:extLst>
              <a:ext uri="{FF2B5EF4-FFF2-40B4-BE49-F238E27FC236}">
                <a16:creationId xmlns:a16="http://schemas.microsoft.com/office/drawing/2014/main" id="{2DF265DA-F010-D818-1F1D-CE085481CD66}"/>
              </a:ext>
            </a:extLst>
          </p:cNvPr>
          <p:cNvSpPr txBox="1"/>
          <p:nvPr>
            <p:custDataLst>
              <p:tags r:id="rId6"/>
            </p:custDataLst>
          </p:nvPr>
        </p:nvSpPr>
        <p:spPr>
          <a:xfrm>
            <a:off x="6217006" y="6094706"/>
            <a:ext cx="5004876" cy="461665"/>
          </a:xfrm>
          <a:prstGeom prst="rect">
            <a:avLst/>
          </a:prstGeom>
          <a:noFill/>
        </p:spPr>
        <p:txBody>
          <a:bodyPr wrap="square" rtlCol="0">
            <a:spAutoFit/>
          </a:bodyPr>
          <a:lstStyle/>
          <a:p>
            <a:pPr algn="ctr"/>
            <a:r>
              <a:rPr lang="fr-CA" sz="1200" b="1" dirty="0">
                <a:solidFill>
                  <a:srgbClr val="FF0000"/>
                </a:solidFill>
                <a:latin typeface="Nunito" pitchFamily="2" charset="0"/>
              </a:rPr>
              <a:t>Si vous avez besoin de visuel marketing supplémentaire nous aviser au marketing@clubpiscine.ca</a:t>
            </a:r>
            <a:endParaRPr lang="id-ID" sz="1200" b="1" dirty="0">
              <a:solidFill>
                <a:srgbClr val="FF0000"/>
              </a:solidFill>
              <a:latin typeface="Nunito" pitchFamily="2" charset="0"/>
            </a:endParaRPr>
          </a:p>
        </p:txBody>
      </p:sp>
    </p:spTree>
    <p:extLst>
      <p:ext uri="{BB962C8B-B14F-4D97-AF65-F5344CB8AC3E}">
        <p14:creationId xmlns:p14="http://schemas.microsoft.com/office/powerpoint/2010/main" val="39778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500"/>
                                        <p:tgtEl>
                                          <p:spTgt spid="41"/>
                                        </p:tgtEl>
                                      </p:cBhvr>
                                    </p:animEffect>
                                    <p:anim calcmode="lin" valueType="num">
                                      <p:cBhvr>
                                        <p:cTn id="12" dur="500" fill="hold"/>
                                        <p:tgtEl>
                                          <p:spTgt spid="41"/>
                                        </p:tgtEl>
                                        <p:attrNameLst>
                                          <p:attrName>ppt_x</p:attrName>
                                        </p:attrNameLst>
                                      </p:cBhvr>
                                      <p:tavLst>
                                        <p:tav tm="0">
                                          <p:val>
                                            <p:strVal val="#ppt_x"/>
                                          </p:val>
                                        </p:tav>
                                        <p:tav tm="100000">
                                          <p:val>
                                            <p:strVal val="#ppt_x"/>
                                          </p:val>
                                        </p:tav>
                                      </p:tavLst>
                                    </p:anim>
                                    <p:anim calcmode="lin" valueType="num">
                                      <p:cBhvr>
                                        <p:cTn id="13" dur="500" fill="hold"/>
                                        <p:tgtEl>
                                          <p:spTgt spid="41"/>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10"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1">
            <a:extLst>
              <a:ext uri="{FF2B5EF4-FFF2-40B4-BE49-F238E27FC236}">
                <a16:creationId xmlns:a16="http://schemas.microsoft.com/office/drawing/2014/main" id="{6ABD175D-4C38-3FA1-8C5E-CED33CC9FB9F}"/>
              </a:ext>
            </a:extLst>
          </p:cNvPr>
          <p:cNvSpPr txBox="1"/>
          <p:nvPr>
            <p:custDataLst>
              <p:tags r:id="rId1"/>
            </p:custDataLst>
          </p:nvPr>
        </p:nvSpPr>
        <p:spPr>
          <a:xfrm>
            <a:off x="914667" y="900187"/>
            <a:ext cx="4581159" cy="5570756"/>
          </a:xfrm>
          <a:prstGeom prst="rect">
            <a:avLst/>
          </a:prstGeom>
          <a:noFill/>
        </p:spPr>
        <p:txBody>
          <a:bodyPr wrap="square" rtlCol="0">
            <a:spAutoFit/>
          </a:bodyPr>
          <a:lstStyle/>
          <a:p>
            <a:pPr algn="ctr"/>
            <a:r>
              <a:rPr lang="fr-CA" sz="4000" b="1" dirty="0">
                <a:solidFill>
                  <a:srgbClr val="1447AB"/>
                </a:solidFill>
                <a:latin typeface="Nunito" pitchFamily="2" charset="0"/>
              </a:rPr>
              <a:t>NOUVEAUTÉ!</a:t>
            </a:r>
            <a:endParaRPr lang="fr-CA" sz="3200" b="1" dirty="0">
              <a:solidFill>
                <a:srgbClr val="1447AB"/>
              </a:solidFill>
              <a:latin typeface="Nunito" pitchFamily="2" charset="0"/>
            </a:endParaRPr>
          </a:p>
          <a:p>
            <a:pPr algn="ctr"/>
            <a:r>
              <a:rPr lang="fr-CA" sz="3200" b="1" dirty="0">
                <a:solidFill>
                  <a:srgbClr val="1447AB"/>
                </a:solidFill>
                <a:latin typeface="Nunito" pitchFamily="2" charset="0"/>
              </a:rPr>
              <a:t>Chandail </a:t>
            </a:r>
          </a:p>
          <a:p>
            <a:pPr algn="ctr"/>
            <a:r>
              <a:rPr lang="fr-CA" sz="3200" b="1" dirty="0">
                <a:solidFill>
                  <a:srgbClr val="1447AB"/>
                </a:solidFill>
                <a:latin typeface="Nunito" pitchFamily="2" charset="0"/>
              </a:rPr>
              <a:t>FESTIVAL ESTIVAL</a:t>
            </a:r>
          </a:p>
          <a:p>
            <a:pPr algn="ctr"/>
            <a:endParaRPr lang="fr-CA" sz="3200" b="1" dirty="0">
              <a:solidFill>
                <a:srgbClr val="1447AB"/>
              </a:solidFill>
              <a:latin typeface="Nunito" pitchFamily="2" charset="0"/>
            </a:endParaRPr>
          </a:p>
          <a:p>
            <a:pPr marL="457200" indent="-457200">
              <a:buFont typeface="Arial" panose="020B0604020202020204" pitchFamily="34" charset="0"/>
              <a:buChar char="•"/>
            </a:pPr>
            <a:r>
              <a:rPr lang="fr-CA" sz="2000" b="1" dirty="0">
                <a:solidFill>
                  <a:srgbClr val="1447AB"/>
                </a:solidFill>
                <a:latin typeface="Nunito" pitchFamily="2" charset="0"/>
              </a:rPr>
              <a:t>Soyez facilement identifiable en magasin!</a:t>
            </a:r>
          </a:p>
          <a:p>
            <a:pPr marL="457200" indent="-457200">
              <a:buFont typeface="Arial" panose="020B0604020202020204" pitchFamily="34" charset="0"/>
              <a:buChar char="•"/>
            </a:pPr>
            <a:r>
              <a:rPr lang="fr-CA" sz="2000" b="1" dirty="0">
                <a:solidFill>
                  <a:srgbClr val="1447AB"/>
                </a:solidFill>
                <a:latin typeface="Nunito" pitchFamily="2" charset="0"/>
              </a:rPr>
              <a:t>Disponible dès maintenant sur le site de Graph X Design</a:t>
            </a:r>
          </a:p>
          <a:p>
            <a:pPr marL="457200" indent="-457200">
              <a:buFont typeface="Arial" panose="020B0604020202020204" pitchFamily="34" charset="0"/>
              <a:buChar char="•"/>
            </a:pPr>
            <a:r>
              <a:rPr lang="fr-CA" sz="2000" b="1" dirty="0">
                <a:solidFill>
                  <a:srgbClr val="1447AB"/>
                </a:solidFill>
                <a:latin typeface="Nunito" pitchFamily="2" charset="0"/>
              </a:rPr>
              <a:t>100% coton</a:t>
            </a:r>
          </a:p>
          <a:p>
            <a:pPr marL="457200" indent="-457200">
              <a:buFont typeface="Arial" panose="020B0604020202020204" pitchFamily="34" charset="0"/>
              <a:buChar char="•"/>
            </a:pPr>
            <a:r>
              <a:rPr lang="fr-CA" sz="2000" b="1" dirty="0">
                <a:solidFill>
                  <a:srgbClr val="1447AB"/>
                </a:solidFill>
                <a:latin typeface="Nunito" pitchFamily="2" charset="0"/>
              </a:rPr>
              <a:t>À partir de 8.49$ch.</a:t>
            </a:r>
          </a:p>
          <a:p>
            <a:pPr marL="457200" indent="-457200">
              <a:buFont typeface="Arial" panose="020B0604020202020204" pitchFamily="34" charset="0"/>
              <a:buChar char="•"/>
            </a:pPr>
            <a:r>
              <a:rPr lang="fr-CA" sz="2000" b="1" dirty="0">
                <a:solidFill>
                  <a:srgbClr val="1447AB"/>
                </a:solidFill>
                <a:highlight>
                  <a:srgbClr val="FFFF00"/>
                </a:highlight>
                <a:latin typeface="Nunito" pitchFamily="2" charset="0"/>
              </a:rPr>
              <a:t>Commandez </a:t>
            </a:r>
            <a:r>
              <a:rPr lang="fr-CA" sz="2000" b="1" u="sng" dirty="0">
                <a:solidFill>
                  <a:srgbClr val="1447AB"/>
                </a:solidFill>
                <a:highlight>
                  <a:srgbClr val="FFFF00"/>
                </a:highlight>
                <a:latin typeface="Nunito" pitchFamily="2" charset="0"/>
              </a:rPr>
              <a:t>avant le 12 juin </a:t>
            </a:r>
            <a:r>
              <a:rPr lang="fr-CA" sz="2000" b="1" dirty="0">
                <a:solidFill>
                  <a:srgbClr val="1447AB"/>
                </a:solidFill>
                <a:highlight>
                  <a:srgbClr val="FFFF00"/>
                </a:highlight>
                <a:latin typeface="Nunito" pitchFamily="2" charset="0"/>
              </a:rPr>
              <a:t>pour les recevoir à temps.</a:t>
            </a:r>
          </a:p>
          <a:p>
            <a:pPr marL="457200" indent="-457200">
              <a:buFont typeface="Arial" panose="020B0604020202020204" pitchFamily="34" charset="0"/>
              <a:buChar char="•"/>
            </a:pPr>
            <a:r>
              <a:rPr lang="fr-CA" sz="2000" kern="100" dirty="0">
                <a:solidFill>
                  <a:srgbClr val="1447AB"/>
                </a:solidFill>
                <a:latin typeface="Nunito" pitchFamily="2" charset="0"/>
                <a:ea typeface="Aptos" panose="020B0004020202020204" pitchFamily="34" charset="0"/>
                <a:cs typeface="Times New Roman" panose="02020603050405020304" pitchFamily="18" charset="0"/>
              </a:rPr>
              <a:t>Expédition par FedEx : </a:t>
            </a:r>
            <a:r>
              <a:rPr lang="fr-CA" sz="2000" b="1" u="sng" kern="100" dirty="0">
                <a:solidFill>
                  <a:srgbClr val="1447AB"/>
                </a:solidFill>
                <a:latin typeface="Nunito" pitchFamily="2" charset="0"/>
                <a:ea typeface="Aptos" panose="020B0004020202020204" pitchFamily="34" charset="0"/>
                <a:cs typeface="Times New Roman" panose="02020603050405020304" pitchFamily="18" charset="0"/>
              </a:rPr>
              <a:t>Semaine du 23 juin</a:t>
            </a:r>
            <a:endParaRPr lang="fr-CA" sz="2000" u="sng" kern="100" dirty="0">
              <a:solidFill>
                <a:srgbClr val="1447AB"/>
              </a:solidFill>
              <a:latin typeface="Nunito" pitchFamily="2" charset="0"/>
              <a:ea typeface="Aptos" panose="020B0004020202020204" pitchFamily="34" charset="0"/>
              <a:cs typeface="Times New Roman" panose="02020603050405020304" pitchFamily="18" charset="0"/>
            </a:endParaRPr>
          </a:p>
          <a:p>
            <a:pPr marL="457200" indent="-457200">
              <a:buFont typeface="Arial" panose="020B0604020202020204" pitchFamily="34" charset="0"/>
              <a:buChar char="•"/>
            </a:pPr>
            <a:endParaRPr lang="id-ID" sz="2000" b="1" dirty="0">
              <a:solidFill>
                <a:srgbClr val="1447AB"/>
              </a:solidFill>
              <a:latin typeface="Nunito" pitchFamily="2" charset="0"/>
            </a:endParaRPr>
          </a:p>
        </p:txBody>
      </p:sp>
      <p:pic>
        <p:nvPicPr>
          <p:cNvPr id="1026" name="Picture 2">
            <a:extLst>
              <a:ext uri="{FF2B5EF4-FFF2-40B4-BE49-F238E27FC236}">
                <a16:creationId xmlns:a16="http://schemas.microsoft.com/office/drawing/2014/main" id="{A7F04C17-A15E-CBDE-B75E-F6054F861E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5313" y="1310325"/>
            <a:ext cx="3030718" cy="30307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5FB9EBF-98DD-9AF0-01CE-8712E63309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2688995"/>
            <a:ext cx="3120272" cy="3120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49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8482-5F44-C122-66E1-5AB88A21577F}"/>
            </a:ext>
          </a:extLst>
        </p:cNvPr>
        <p:cNvGrpSpPr/>
        <p:nvPr/>
      </p:nvGrpSpPr>
      <p:grpSpPr>
        <a:xfrm>
          <a:off x="0" y="0"/>
          <a:ext cx="0" cy="0"/>
          <a:chOff x="0" y="0"/>
          <a:chExt cx="0" cy="0"/>
        </a:xfrm>
      </p:grpSpPr>
      <p:sp>
        <p:nvSpPr>
          <p:cNvPr id="2" name="TextBox 41">
            <a:extLst>
              <a:ext uri="{FF2B5EF4-FFF2-40B4-BE49-F238E27FC236}">
                <a16:creationId xmlns:a16="http://schemas.microsoft.com/office/drawing/2014/main" id="{D613C570-BB63-938D-9F0F-912BBCD000FA}"/>
              </a:ext>
            </a:extLst>
          </p:cNvPr>
          <p:cNvSpPr txBox="1"/>
          <p:nvPr>
            <p:custDataLst>
              <p:tags r:id="rId1"/>
            </p:custDataLst>
          </p:nvPr>
        </p:nvSpPr>
        <p:spPr>
          <a:xfrm>
            <a:off x="1202987" y="1275751"/>
            <a:ext cx="9786025" cy="4647426"/>
          </a:xfrm>
          <a:prstGeom prst="rect">
            <a:avLst/>
          </a:prstGeom>
          <a:noFill/>
        </p:spPr>
        <p:txBody>
          <a:bodyPr wrap="square" rtlCol="0">
            <a:spAutoFit/>
          </a:bodyPr>
          <a:lstStyle/>
          <a:p>
            <a:pPr algn="ctr"/>
            <a:r>
              <a:rPr lang="fr-CA" sz="4000" b="1" dirty="0">
                <a:solidFill>
                  <a:srgbClr val="1447AB"/>
                </a:solidFill>
                <a:latin typeface="Nunito" pitchFamily="2" charset="0"/>
              </a:rPr>
              <a:t>IMPORTANT </a:t>
            </a:r>
          </a:p>
          <a:p>
            <a:pPr algn="ctr"/>
            <a:endParaRPr lang="fr-CA" sz="3200" b="1" dirty="0">
              <a:solidFill>
                <a:srgbClr val="1447AB"/>
              </a:solidFill>
              <a:latin typeface="Nunito" pitchFamily="2" charset="0"/>
            </a:endParaRPr>
          </a:p>
          <a:p>
            <a:pPr algn="ctr"/>
            <a:r>
              <a:rPr lang="fr-CA" sz="3200" b="1" dirty="0">
                <a:solidFill>
                  <a:srgbClr val="1447AB"/>
                </a:solidFill>
                <a:latin typeface="Nunito" pitchFamily="2" charset="0"/>
              </a:rPr>
              <a:t>Même si vous recevrez tout le matériel la semaine du 23 juin, il est important de commencer </a:t>
            </a:r>
            <a:r>
              <a:rPr lang="fr-CA" sz="3200" b="1" u="sng" dirty="0">
                <a:solidFill>
                  <a:srgbClr val="1447AB"/>
                </a:solidFill>
                <a:latin typeface="Nunito" pitchFamily="2" charset="0"/>
              </a:rPr>
              <a:t>dès que possible </a:t>
            </a:r>
            <a:r>
              <a:rPr lang="fr-CA" sz="3200" b="1" dirty="0">
                <a:solidFill>
                  <a:srgbClr val="1447AB"/>
                </a:solidFill>
                <a:latin typeface="Nunito" pitchFamily="2" charset="0"/>
              </a:rPr>
              <a:t>à parler de l’évènement. Vous aurez donc un </a:t>
            </a:r>
            <a:r>
              <a:rPr lang="fr-CA" sz="3200" b="1" dirty="0">
                <a:solidFill>
                  <a:srgbClr val="1447AB"/>
                </a:solidFill>
                <a:highlight>
                  <a:srgbClr val="FFFF00"/>
                </a:highlight>
                <a:latin typeface="Nunito" pitchFamily="2" charset="0"/>
              </a:rPr>
              <a:t>PDF 8,5x11 à afficher aux caisses et au comptoir service ainsi que des coupons-caisses</a:t>
            </a:r>
            <a:r>
              <a:rPr lang="fr-CA" sz="3200" b="1" dirty="0">
                <a:solidFill>
                  <a:srgbClr val="1447AB"/>
                </a:solidFill>
                <a:latin typeface="Nunito" pitchFamily="2" charset="0"/>
              </a:rPr>
              <a:t> à imprimer et remettre aux clients disponibles sur le </a:t>
            </a:r>
            <a:r>
              <a:rPr lang="fr-CA" sz="3200" b="1" dirty="0">
                <a:solidFill>
                  <a:srgbClr val="1447AB"/>
                </a:solidFill>
                <a:highlight>
                  <a:srgbClr val="FFFF00"/>
                </a:highlight>
                <a:latin typeface="Nunito" pitchFamily="2" charset="0"/>
              </a:rPr>
              <a:t>SharePoint dès le 11 juin.</a:t>
            </a:r>
            <a:endParaRPr lang="id-ID" sz="3200" b="1" dirty="0">
              <a:solidFill>
                <a:srgbClr val="1447AB"/>
              </a:solidFill>
              <a:highlight>
                <a:srgbClr val="FFFF00"/>
              </a:highlight>
              <a:latin typeface="Nunito" pitchFamily="2" charset="0"/>
            </a:endParaRPr>
          </a:p>
        </p:txBody>
      </p:sp>
    </p:spTree>
    <p:extLst>
      <p:ext uri="{BB962C8B-B14F-4D97-AF65-F5344CB8AC3E}">
        <p14:creationId xmlns:p14="http://schemas.microsoft.com/office/powerpoint/2010/main" val="132656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2C9081FA-06CD-AA43-BCBC-B6DBD36F6909}"/>
              </a:ext>
            </a:extLst>
          </p:cNvPr>
          <p:cNvSpPr txBox="1"/>
          <p:nvPr>
            <p:custDataLst>
              <p:tags r:id="rId1"/>
            </p:custDataLst>
          </p:nvPr>
        </p:nvSpPr>
        <p:spPr>
          <a:xfrm>
            <a:off x="861956" y="2844783"/>
            <a:ext cx="4641774" cy="3046988"/>
          </a:xfrm>
          <a:prstGeom prst="rect">
            <a:avLst/>
          </a:prstGeom>
          <a:noFill/>
        </p:spPr>
        <p:txBody>
          <a:bodyPr wrap="square" rtlCol="0">
            <a:spAutoFit/>
          </a:bodyPr>
          <a:lstStyle/>
          <a:p>
            <a:r>
              <a:rPr lang="fr-CA" sz="4400" b="1" dirty="0">
                <a:solidFill>
                  <a:srgbClr val="1447AB"/>
                </a:solidFill>
                <a:latin typeface="Nunito" pitchFamily="2" charset="0"/>
              </a:rPr>
              <a:t>Idées pour faire « vivre » l’évènement </a:t>
            </a:r>
            <a:endParaRPr lang="fr-CA" sz="4800" dirty="0">
              <a:solidFill>
                <a:srgbClr val="1447AB"/>
              </a:solidFill>
              <a:effectLst/>
              <a:latin typeface="Nunito" pitchFamily="2" charset="0"/>
              <a:ea typeface="Calibri" panose="020F0502020204030204" pitchFamily="34" charset="0"/>
            </a:endParaRPr>
          </a:p>
          <a:p>
            <a:endParaRPr lang="fr-CA" sz="6000" b="1" dirty="0">
              <a:solidFill>
                <a:srgbClr val="1447AB"/>
              </a:solidFill>
              <a:effectLst/>
              <a:latin typeface="Nunito" pitchFamily="2" charset="0"/>
            </a:endParaRPr>
          </a:p>
        </p:txBody>
      </p:sp>
      <p:sp>
        <p:nvSpPr>
          <p:cNvPr id="54" name="TextBox 53">
            <a:extLst>
              <a:ext uri="{FF2B5EF4-FFF2-40B4-BE49-F238E27FC236}">
                <a16:creationId xmlns:a16="http://schemas.microsoft.com/office/drawing/2014/main" id="{83482004-8D8F-8A4A-A50C-ED9B5824FB28}"/>
              </a:ext>
            </a:extLst>
          </p:cNvPr>
          <p:cNvSpPr txBox="1"/>
          <p:nvPr>
            <p:custDataLst>
              <p:tags r:id="rId2"/>
            </p:custDataLst>
          </p:nvPr>
        </p:nvSpPr>
        <p:spPr>
          <a:xfrm>
            <a:off x="1037814" y="5341865"/>
            <a:ext cx="3547431" cy="325089"/>
          </a:xfrm>
          <a:prstGeom prst="rect">
            <a:avLst/>
          </a:prstGeom>
          <a:noFill/>
        </p:spPr>
        <p:txBody>
          <a:bodyPr wrap="square" rtlCol="0">
            <a:spAutoFit/>
          </a:bodyPr>
          <a:lstStyle/>
          <a:p>
            <a:pPr>
              <a:lnSpc>
                <a:spcPct val="150000"/>
              </a:lnSpc>
            </a:pPr>
            <a:r>
              <a:rPr lang="en-CA" sz="1100" dirty="0">
                <a:solidFill>
                  <a:srgbClr val="1447AB"/>
                </a:solidFill>
                <a:latin typeface="Nunito" pitchFamily="2" charset="0"/>
              </a:rPr>
              <a:t> </a:t>
            </a:r>
            <a:endParaRPr lang="id-ID" sz="1100" dirty="0">
              <a:solidFill>
                <a:srgbClr val="1447AB"/>
              </a:solidFill>
              <a:effectLst/>
              <a:latin typeface="Nunito" pitchFamily="2" charset="0"/>
            </a:endParaRPr>
          </a:p>
        </p:txBody>
      </p:sp>
      <p:sp>
        <p:nvSpPr>
          <p:cNvPr id="3" name="ZoneTexte 2">
            <a:extLst>
              <a:ext uri="{FF2B5EF4-FFF2-40B4-BE49-F238E27FC236}">
                <a16:creationId xmlns:a16="http://schemas.microsoft.com/office/drawing/2014/main" id="{AFE34DFD-3E62-6B09-DF30-A6213A192387}"/>
              </a:ext>
            </a:extLst>
          </p:cNvPr>
          <p:cNvSpPr txBox="1"/>
          <p:nvPr/>
        </p:nvSpPr>
        <p:spPr>
          <a:xfrm>
            <a:off x="5679588" y="795923"/>
            <a:ext cx="6261620" cy="5724644"/>
          </a:xfrm>
          <a:prstGeom prst="rect">
            <a:avLst/>
          </a:prstGeom>
          <a:noFill/>
        </p:spPr>
        <p:txBody>
          <a:bodyPr wrap="square">
            <a:spAutoFit/>
          </a:bodyPr>
          <a:lstStyle/>
          <a:p>
            <a:pPr marL="342900" lvl="0" indent="-342900">
              <a:buFont typeface="Symbol" panose="05050102010706020507" pitchFamily="18" charset="2"/>
              <a:buChar char=""/>
            </a:pPr>
            <a:r>
              <a:rPr lang="fr-CA" dirty="0">
                <a:solidFill>
                  <a:srgbClr val="1447AB"/>
                </a:solidFill>
                <a:latin typeface="Nunito" pitchFamily="2" charset="0"/>
              </a:rPr>
              <a:t>Faites participer vos employés à l’interne en créant un comité pour l’évènement</a:t>
            </a:r>
          </a:p>
          <a:p>
            <a:pPr marL="342900" lvl="0" indent="-342900">
              <a:buFont typeface="Symbol" panose="05050102010706020507" pitchFamily="18" charset="2"/>
              <a:buChar char=""/>
            </a:pPr>
            <a:r>
              <a:rPr lang="fr-CA" dirty="0">
                <a:solidFill>
                  <a:srgbClr val="1447AB"/>
                </a:solidFill>
                <a:latin typeface="Nunito" pitchFamily="2" charset="0"/>
              </a:rPr>
              <a:t>Réservez un chapiteau extérieur</a:t>
            </a:r>
          </a:p>
          <a:p>
            <a:pPr marL="342900" lvl="0" indent="-342900">
              <a:buFont typeface="Symbol" panose="05050102010706020507" pitchFamily="18" charset="2"/>
              <a:buChar char=""/>
            </a:pPr>
            <a:r>
              <a:rPr lang="fr-CA" dirty="0">
                <a:solidFill>
                  <a:srgbClr val="1447AB"/>
                </a:solidFill>
                <a:latin typeface="Nunito" pitchFamily="2" charset="0"/>
              </a:rPr>
              <a:t>Réservez un traiteur, </a:t>
            </a:r>
            <a:r>
              <a:rPr lang="fr-CA" dirty="0" err="1">
                <a:solidFill>
                  <a:srgbClr val="1447AB"/>
                </a:solidFill>
                <a:latin typeface="Nunito" pitchFamily="2" charset="0"/>
              </a:rPr>
              <a:t>food</a:t>
            </a:r>
            <a:r>
              <a:rPr lang="fr-CA" dirty="0">
                <a:solidFill>
                  <a:srgbClr val="1447AB"/>
                </a:solidFill>
                <a:latin typeface="Nunito" pitchFamily="2" charset="0"/>
              </a:rPr>
              <a:t> truck, dégustation BBQ, etc.</a:t>
            </a:r>
          </a:p>
          <a:p>
            <a:pPr marL="342900" lvl="0" indent="-342900">
              <a:buFont typeface="Symbol" panose="05050102010706020507" pitchFamily="18" charset="2"/>
              <a:buChar char=""/>
            </a:pPr>
            <a:r>
              <a:rPr lang="fr-CA" dirty="0">
                <a:solidFill>
                  <a:srgbClr val="1447AB"/>
                </a:solidFill>
                <a:latin typeface="Nunito" pitchFamily="2" charset="0"/>
              </a:rPr>
              <a:t>La musique est un </a:t>
            </a:r>
            <a:r>
              <a:rPr lang="fr-CA" b="1" u="sng" dirty="0">
                <a:solidFill>
                  <a:srgbClr val="1447AB"/>
                </a:solidFill>
                <a:latin typeface="Nunito" pitchFamily="2" charset="0"/>
              </a:rPr>
              <a:t>incontournable</a:t>
            </a:r>
            <a:r>
              <a:rPr lang="fr-CA" dirty="0">
                <a:solidFill>
                  <a:srgbClr val="1447AB"/>
                </a:solidFill>
                <a:latin typeface="Nunito" pitchFamily="2" charset="0"/>
              </a:rPr>
              <a:t> dans ce genre d’évènement; Louez de l’équipement de son, DJ ou planifier tout simplement un </a:t>
            </a:r>
            <a:r>
              <a:rPr lang="fr-CA" dirty="0" err="1">
                <a:solidFill>
                  <a:srgbClr val="1447AB"/>
                </a:solidFill>
                <a:latin typeface="Nunito" pitchFamily="2" charset="0"/>
              </a:rPr>
              <a:t>playslist</a:t>
            </a:r>
            <a:r>
              <a:rPr lang="fr-CA" dirty="0">
                <a:solidFill>
                  <a:srgbClr val="1447AB"/>
                </a:solidFill>
                <a:latin typeface="Nunito" pitchFamily="2" charset="0"/>
              </a:rPr>
              <a:t> Spotify de type « Summer party »</a:t>
            </a:r>
          </a:p>
          <a:p>
            <a:pPr marL="342900" lvl="0" indent="-342900">
              <a:buFont typeface="Symbol" panose="05050102010706020507" pitchFamily="18" charset="2"/>
              <a:buChar char=""/>
            </a:pPr>
            <a:r>
              <a:rPr lang="fr-CA" dirty="0">
                <a:solidFill>
                  <a:srgbClr val="1447AB"/>
                </a:solidFill>
                <a:latin typeface="Nunito" pitchFamily="2" charset="0"/>
              </a:rPr>
              <a:t>Faites venir un clown ou une maquilleuse pour les enfants</a:t>
            </a:r>
          </a:p>
          <a:p>
            <a:pPr marL="342900" lvl="0" indent="-342900">
              <a:buFont typeface="Symbol" panose="05050102010706020507" pitchFamily="18" charset="2"/>
              <a:buChar char=""/>
            </a:pPr>
            <a:r>
              <a:rPr lang="fr-CA" dirty="0">
                <a:solidFill>
                  <a:srgbClr val="1447AB"/>
                </a:solidFill>
                <a:latin typeface="Nunito" pitchFamily="2" charset="0"/>
              </a:rPr>
              <a:t>Servez des rafraichissements sans alcool (L’alcool nécessite un permis de la RACJ)</a:t>
            </a:r>
          </a:p>
          <a:p>
            <a:pPr marL="342900" lvl="0" indent="-342900">
              <a:buFont typeface="Symbol" panose="05050102010706020507" pitchFamily="18" charset="2"/>
              <a:buChar char=""/>
            </a:pPr>
            <a:r>
              <a:rPr lang="fr-CA" dirty="0">
                <a:solidFill>
                  <a:srgbClr val="1447AB"/>
                </a:solidFill>
                <a:latin typeface="Nunito" pitchFamily="2" charset="0"/>
              </a:rPr>
              <a:t>Faites une roue chanceuse</a:t>
            </a:r>
          </a:p>
          <a:p>
            <a:pPr marL="342900" indent="-342900">
              <a:buFont typeface="Symbol" panose="05050102010706020507" pitchFamily="18" charset="2"/>
              <a:buChar char=""/>
            </a:pPr>
            <a:r>
              <a:rPr lang="fr-CA" dirty="0">
                <a:solidFill>
                  <a:srgbClr val="1447AB"/>
                </a:solidFill>
                <a:latin typeface="Nunito" pitchFamily="2" charset="0"/>
              </a:rPr>
              <a:t>Distribuez des ballons Club Piscine à tous les enfants</a:t>
            </a:r>
          </a:p>
          <a:p>
            <a:pPr marL="342900" lvl="0" indent="-342900">
              <a:buFont typeface="Symbol" panose="05050102010706020507" pitchFamily="18" charset="2"/>
              <a:buChar char=""/>
            </a:pPr>
            <a:r>
              <a:rPr lang="fr-CA" dirty="0">
                <a:solidFill>
                  <a:srgbClr val="1447AB"/>
                </a:solidFill>
                <a:latin typeface="Nunito" pitchFamily="2" charset="0"/>
              </a:rPr>
              <a:t>Décorez votre magasin</a:t>
            </a:r>
          </a:p>
          <a:p>
            <a:pPr marL="342900" lvl="0" indent="-342900">
              <a:buFont typeface="Symbol" panose="05050102010706020507" pitchFamily="18" charset="2"/>
              <a:buChar char=""/>
            </a:pPr>
            <a:r>
              <a:rPr lang="fr-CA" dirty="0">
                <a:solidFill>
                  <a:srgbClr val="1447AB"/>
                </a:solidFill>
                <a:latin typeface="Nunito" pitchFamily="2" charset="0"/>
              </a:rPr>
              <a:t>Quoi de plus festif qu’un collier </a:t>
            </a:r>
            <a:r>
              <a:rPr lang="fr-CA" dirty="0" err="1">
                <a:solidFill>
                  <a:srgbClr val="1447AB"/>
                </a:solidFill>
                <a:latin typeface="Nunito" pitchFamily="2" charset="0"/>
              </a:rPr>
              <a:t>Hawaien</a:t>
            </a:r>
            <a:r>
              <a:rPr lang="fr-CA" dirty="0">
                <a:solidFill>
                  <a:srgbClr val="1447AB"/>
                </a:solidFill>
                <a:latin typeface="Nunito" pitchFamily="2" charset="0"/>
              </a:rPr>
              <a:t>! Achetez-en pour chaque employé </a:t>
            </a:r>
          </a:p>
          <a:p>
            <a:pPr marL="342900" lvl="0" indent="-342900">
              <a:buFont typeface="Symbol" panose="05050102010706020507" pitchFamily="18" charset="2"/>
              <a:buChar char=""/>
            </a:pPr>
            <a:r>
              <a:rPr lang="fr-CA" dirty="0">
                <a:solidFill>
                  <a:srgbClr val="1447AB"/>
                </a:solidFill>
                <a:latin typeface="Nunito" pitchFamily="2" charset="0"/>
              </a:rPr>
              <a:t>Etc. </a:t>
            </a:r>
          </a:p>
          <a:p>
            <a:pPr lvl="0"/>
            <a:endParaRPr lang="fr-CA" dirty="0">
              <a:solidFill>
                <a:srgbClr val="1447AB"/>
              </a:solidFill>
              <a:latin typeface="Nunito" pitchFamily="2" charset="0"/>
            </a:endParaRPr>
          </a:p>
          <a:p>
            <a:pPr algn="ctr"/>
            <a:r>
              <a:rPr lang="fr-CA" sz="1200" b="1" dirty="0">
                <a:solidFill>
                  <a:srgbClr val="1447AB"/>
                </a:solidFill>
                <a:latin typeface="Nunito" pitchFamily="2" charset="0"/>
              </a:rPr>
              <a:t>Toutes ces idées ne sont que des recommandations, mais dites-vous que plus vous aurez à offrir, plus l’animateur sur place pourra mousser l’évènement sur les ondes! </a:t>
            </a:r>
          </a:p>
        </p:txBody>
      </p:sp>
      <p:sp>
        <p:nvSpPr>
          <p:cNvPr id="2" name="TextBox 54">
            <a:extLst>
              <a:ext uri="{FF2B5EF4-FFF2-40B4-BE49-F238E27FC236}">
                <a16:creationId xmlns:a16="http://schemas.microsoft.com/office/drawing/2014/main" id="{E358BC74-F661-231C-1B6C-9ECA2A9D807A}"/>
              </a:ext>
            </a:extLst>
          </p:cNvPr>
          <p:cNvSpPr txBox="1"/>
          <p:nvPr>
            <p:custDataLst>
              <p:tags r:id="rId3"/>
            </p:custDataLst>
          </p:nvPr>
        </p:nvSpPr>
        <p:spPr>
          <a:xfrm>
            <a:off x="861956" y="2567784"/>
            <a:ext cx="2875403" cy="276999"/>
          </a:xfrm>
          <a:prstGeom prst="rect">
            <a:avLst/>
          </a:prstGeom>
          <a:noFill/>
        </p:spPr>
        <p:txBody>
          <a:bodyPr wrap="square" rtlCol="0">
            <a:spAutoFit/>
          </a:bodyPr>
          <a:lstStyle/>
          <a:p>
            <a:r>
              <a:rPr lang="fr-CA" sz="1200" b="1" dirty="0">
                <a:solidFill>
                  <a:srgbClr val="1447AB"/>
                </a:solidFill>
                <a:effectLst/>
                <a:latin typeface="Nunito" pitchFamily="2" charset="0"/>
              </a:rPr>
              <a:t>FESTIVAL ESTIVAL 2025</a:t>
            </a:r>
            <a:endParaRPr lang="id-ID" sz="1200" b="1" dirty="0">
              <a:solidFill>
                <a:srgbClr val="1447AB"/>
              </a:solidFill>
              <a:effectLst/>
              <a:latin typeface="Nunito" pitchFamily="2" charset="0"/>
            </a:endParaRPr>
          </a:p>
        </p:txBody>
      </p:sp>
    </p:spTree>
    <p:extLst>
      <p:ext uri="{BB962C8B-B14F-4D97-AF65-F5344CB8AC3E}">
        <p14:creationId xmlns:p14="http://schemas.microsoft.com/office/powerpoint/2010/main" val="257882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B97239-2685-48C8-8104-1D4E4E383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Image 3" descr="Une image contenant habits, ciel, nuage, plein air&#10;&#10;Le contenu généré par l’IA peut être incorrect.">
            <a:extLst>
              <a:ext uri="{FF2B5EF4-FFF2-40B4-BE49-F238E27FC236}">
                <a16:creationId xmlns:a16="http://schemas.microsoft.com/office/drawing/2014/main" id="{83666C9E-239E-E8A4-456F-FF471FC2EF68}"/>
              </a:ext>
            </a:extLst>
          </p:cNvPr>
          <p:cNvPicPr>
            <a:picLocks noChangeAspect="1"/>
          </p:cNvPicPr>
          <p:nvPr/>
        </p:nvPicPr>
        <p:blipFill>
          <a:blip r:embed="rId3">
            <a:extLst>
              <a:ext uri="{28A0092B-C50C-407E-A947-70E740481C1C}">
                <a14:useLocalDpi xmlns:a14="http://schemas.microsoft.com/office/drawing/2010/main" val="0"/>
              </a:ext>
            </a:extLst>
          </a:blip>
          <a:srcRect t="29870" r="-2" b="30073"/>
          <a:stretch>
            <a:fillRect/>
          </a:stretch>
        </p:blipFill>
        <p:spPr>
          <a:xfrm>
            <a:off x="321734" y="321733"/>
            <a:ext cx="5674894" cy="3030842"/>
          </a:xfrm>
          <a:prstGeom prst="rect">
            <a:avLst/>
          </a:prstGeom>
        </p:spPr>
      </p:pic>
      <p:pic>
        <p:nvPicPr>
          <p:cNvPr id="3" name="Image 2" descr="Une image contenant personne, habits, ciel, homme&#10;&#10;Le contenu généré par l’IA peut être incorrect.">
            <a:extLst>
              <a:ext uri="{FF2B5EF4-FFF2-40B4-BE49-F238E27FC236}">
                <a16:creationId xmlns:a16="http://schemas.microsoft.com/office/drawing/2014/main" id="{E67CFBC0-E63E-90E6-1BF0-B21DE891F082}"/>
              </a:ext>
            </a:extLst>
          </p:cNvPr>
          <p:cNvPicPr>
            <a:picLocks noChangeAspect="1"/>
          </p:cNvPicPr>
          <p:nvPr/>
        </p:nvPicPr>
        <p:blipFill>
          <a:blip r:embed="rId4" cstate="print">
            <a:extLst>
              <a:ext uri="{28A0092B-C50C-407E-A947-70E740481C1C}">
                <a14:useLocalDpi xmlns:a14="http://schemas.microsoft.com/office/drawing/2010/main" val="0"/>
              </a:ext>
            </a:extLst>
          </a:blip>
          <a:srcRect r="1" b="22200"/>
          <a:stretch>
            <a:fillRect/>
          </a:stretch>
        </p:blipFill>
        <p:spPr>
          <a:xfrm>
            <a:off x="321735" y="3524289"/>
            <a:ext cx="2676579" cy="2776517"/>
          </a:xfrm>
          <a:prstGeom prst="rect">
            <a:avLst/>
          </a:prstGeom>
        </p:spPr>
      </p:pic>
      <p:pic>
        <p:nvPicPr>
          <p:cNvPr id="5" name="Image 4" descr="Une image contenant mascotte, sourire, habits, chaussures&#10;&#10;Le contenu généré par l’IA peut être incorrect.">
            <a:extLst>
              <a:ext uri="{FF2B5EF4-FFF2-40B4-BE49-F238E27FC236}">
                <a16:creationId xmlns:a16="http://schemas.microsoft.com/office/drawing/2014/main" id="{C7262D9A-297E-9178-3FE0-C81ED794C7EA}"/>
              </a:ext>
            </a:extLst>
          </p:cNvPr>
          <p:cNvPicPr>
            <a:picLocks noChangeAspect="1"/>
          </p:cNvPicPr>
          <p:nvPr/>
        </p:nvPicPr>
        <p:blipFill>
          <a:blip r:embed="rId5" cstate="print">
            <a:extLst>
              <a:ext uri="{28A0092B-C50C-407E-A947-70E740481C1C}">
                <a14:useLocalDpi xmlns:a14="http://schemas.microsoft.com/office/drawing/2010/main" val="0"/>
              </a:ext>
            </a:extLst>
          </a:blip>
          <a:srcRect t="8716" r="1" b="17636"/>
          <a:stretch>
            <a:fillRect/>
          </a:stretch>
        </p:blipFill>
        <p:spPr>
          <a:xfrm>
            <a:off x="3159553" y="3514855"/>
            <a:ext cx="2837076" cy="2785951"/>
          </a:xfrm>
          <a:prstGeom prst="rect">
            <a:avLst/>
          </a:prstGeom>
        </p:spPr>
      </p:pic>
      <p:pic>
        <p:nvPicPr>
          <p:cNvPr id="2" name="Image 1" descr="Une image contenant habits, ciel, personne, plein air&#10;&#10;Le contenu généré par l’IA peut être incorrect.">
            <a:extLst>
              <a:ext uri="{FF2B5EF4-FFF2-40B4-BE49-F238E27FC236}">
                <a16:creationId xmlns:a16="http://schemas.microsoft.com/office/drawing/2014/main" id="{DCAD5293-4EDB-70F1-5D10-26B2C09EAA79}"/>
              </a:ext>
            </a:extLst>
          </p:cNvPr>
          <p:cNvPicPr>
            <a:picLocks noChangeAspect="1"/>
          </p:cNvPicPr>
          <p:nvPr/>
        </p:nvPicPr>
        <p:blipFill>
          <a:blip r:embed="rId6" cstate="print">
            <a:extLst>
              <a:ext uri="{28A0092B-C50C-407E-A947-70E740481C1C}">
                <a14:useLocalDpi xmlns:a14="http://schemas.microsoft.com/office/drawing/2010/main" val="0"/>
              </a:ext>
            </a:extLst>
          </a:blip>
          <a:srcRect l="18396" r="10419" b="-1"/>
          <a:stretch>
            <a:fillRect/>
          </a:stretch>
        </p:blipFill>
        <p:spPr>
          <a:xfrm>
            <a:off x="6195373" y="321733"/>
            <a:ext cx="5674892" cy="5979074"/>
          </a:xfrm>
          <a:prstGeom prst="rect">
            <a:avLst/>
          </a:prstGeom>
        </p:spPr>
      </p:pic>
    </p:spTree>
    <p:extLst>
      <p:ext uri="{BB962C8B-B14F-4D97-AF65-F5344CB8AC3E}">
        <p14:creationId xmlns:p14="http://schemas.microsoft.com/office/powerpoint/2010/main" val="234820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custDataLst>
              <p:tags r:id="rId1"/>
            </p:custDataLst>
          </p:nvPr>
        </p:nvSpPr>
        <p:spPr>
          <a:xfrm>
            <a:off x="5933872" y="955701"/>
            <a:ext cx="5723172" cy="5632311"/>
          </a:xfrm>
          <a:prstGeom prst="rect">
            <a:avLst/>
          </a:prstGeom>
          <a:noFill/>
          <a:ln>
            <a:noFill/>
          </a:ln>
        </p:spPr>
        <p:txBody>
          <a:bodyPr wrap="square" rtlCol="0">
            <a:spAutoFit/>
          </a:bodyPr>
          <a:lstStyle/>
          <a:p>
            <a:r>
              <a:rPr lang="fr-CA" sz="2400" dirty="0">
                <a:solidFill>
                  <a:srgbClr val="1447AB"/>
                </a:solidFill>
                <a:latin typeface="Nunito" pitchFamily="2" charset="0"/>
              </a:rPr>
              <a:t>La majorité des franchisés, auront au moins 1 journée avec un animateur en magasin. C’est pourquoi il est primordial que vous puissiez faire vivre l’évènement à travers différentes initiatives suggérées à la page précédente. </a:t>
            </a:r>
            <a:r>
              <a:rPr lang="fr-CA" sz="2400" u="sng" dirty="0">
                <a:solidFill>
                  <a:srgbClr val="1447AB"/>
                </a:solidFill>
                <a:latin typeface="Nunito" pitchFamily="2" charset="0"/>
              </a:rPr>
              <a:t>Le détail des journées et stations de radio vous sera communiqué de façon individuelle par courriel la semaine prochaine</a:t>
            </a:r>
            <a:r>
              <a:rPr lang="fr-CA" sz="2400" dirty="0">
                <a:solidFill>
                  <a:srgbClr val="1447AB"/>
                </a:solidFill>
                <a:latin typeface="Nunito" pitchFamily="2" charset="0"/>
              </a:rPr>
              <a:t>.</a:t>
            </a:r>
          </a:p>
          <a:p>
            <a:endParaRPr lang="fr-CA" sz="2400" dirty="0">
              <a:solidFill>
                <a:srgbClr val="1447AB"/>
              </a:solidFill>
              <a:latin typeface="Nunito" pitchFamily="2" charset="0"/>
            </a:endParaRPr>
          </a:p>
          <a:p>
            <a:r>
              <a:rPr lang="fr-CA" sz="2400" dirty="0">
                <a:solidFill>
                  <a:srgbClr val="1447AB"/>
                </a:solidFill>
                <a:latin typeface="Nunito" pitchFamily="2" charset="0"/>
              </a:rPr>
              <a:t>Suite à la réception de ce courriel, si vous désirez ajouter de la visibilité supplémentaire ($), svp m’en faire part dès que possible.</a:t>
            </a:r>
            <a:endParaRPr lang="en-US" sz="2400" dirty="0">
              <a:solidFill>
                <a:srgbClr val="1447AB"/>
              </a:solidFill>
              <a:latin typeface="Nunito" pitchFamily="2" charset="0"/>
            </a:endParaRPr>
          </a:p>
        </p:txBody>
      </p:sp>
      <p:sp>
        <p:nvSpPr>
          <p:cNvPr id="53" name="TextBox 52">
            <a:extLst>
              <a:ext uri="{FF2B5EF4-FFF2-40B4-BE49-F238E27FC236}">
                <a16:creationId xmlns:a16="http://schemas.microsoft.com/office/drawing/2014/main" id="{2C9081FA-06CD-AA43-BCBC-B6DBD36F6909}"/>
              </a:ext>
            </a:extLst>
          </p:cNvPr>
          <p:cNvSpPr txBox="1"/>
          <p:nvPr>
            <p:custDataLst>
              <p:tags r:id="rId2"/>
            </p:custDataLst>
          </p:nvPr>
        </p:nvSpPr>
        <p:spPr>
          <a:xfrm>
            <a:off x="908350" y="3567519"/>
            <a:ext cx="4641774" cy="2585323"/>
          </a:xfrm>
          <a:prstGeom prst="rect">
            <a:avLst/>
          </a:prstGeom>
          <a:noFill/>
        </p:spPr>
        <p:txBody>
          <a:bodyPr wrap="square" rtlCol="0">
            <a:spAutoFit/>
          </a:bodyPr>
          <a:lstStyle/>
          <a:p>
            <a:r>
              <a:rPr lang="fr-CA" sz="5400" b="1" dirty="0">
                <a:solidFill>
                  <a:srgbClr val="1447AB"/>
                </a:solidFill>
                <a:effectLst/>
                <a:latin typeface="Nunito" pitchFamily="2" charset="0"/>
              </a:rPr>
              <a:t>Radio « </a:t>
            </a:r>
            <a:r>
              <a:rPr lang="fr-CA" sz="5400" b="1" dirty="0" err="1">
                <a:solidFill>
                  <a:srgbClr val="1447AB"/>
                </a:solidFill>
                <a:effectLst/>
                <a:latin typeface="Nunito" pitchFamily="2" charset="0"/>
              </a:rPr>
              <a:t>remote</a:t>
            </a:r>
            <a:r>
              <a:rPr lang="fr-CA" sz="5400" b="1" dirty="0">
                <a:solidFill>
                  <a:srgbClr val="1447AB"/>
                </a:solidFill>
                <a:effectLst/>
                <a:latin typeface="Nunito" pitchFamily="2" charset="0"/>
              </a:rPr>
              <a:t> » en magasin</a:t>
            </a:r>
            <a:endParaRPr lang="id-ID" sz="3200" b="1" dirty="0">
              <a:solidFill>
                <a:srgbClr val="1447AB"/>
              </a:solidFill>
              <a:effectLst/>
              <a:latin typeface="Nunito" pitchFamily="2" charset="0"/>
            </a:endParaRPr>
          </a:p>
        </p:txBody>
      </p:sp>
      <p:sp>
        <p:nvSpPr>
          <p:cNvPr id="2" name="TextBox 54">
            <a:extLst>
              <a:ext uri="{FF2B5EF4-FFF2-40B4-BE49-F238E27FC236}">
                <a16:creationId xmlns:a16="http://schemas.microsoft.com/office/drawing/2014/main" id="{EFAF98DB-C4D1-755E-748D-69791D790F05}"/>
              </a:ext>
            </a:extLst>
          </p:cNvPr>
          <p:cNvSpPr txBox="1"/>
          <p:nvPr>
            <p:custDataLst>
              <p:tags r:id="rId3"/>
            </p:custDataLst>
          </p:nvPr>
        </p:nvSpPr>
        <p:spPr>
          <a:xfrm>
            <a:off x="927943" y="3246514"/>
            <a:ext cx="2875403" cy="276999"/>
          </a:xfrm>
          <a:prstGeom prst="rect">
            <a:avLst/>
          </a:prstGeom>
          <a:noFill/>
        </p:spPr>
        <p:txBody>
          <a:bodyPr wrap="square" rtlCol="0">
            <a:spAutoFit/>
          </a:bodyPr>
          <a:lstStyle/>
          <a:p>
            <a:r>
              <a:rPr lang="fr-CA" sz="1200" b="1" dirty="0">
                <a:solidFill>
                  <a:srgbClr val="1447AB"/>
                </a:solidFill>
                <a:effectLst/>
                <a:latin typeface="Nunito" pitchFamily="2" charset="0"/>
              </a:rPr>
              <a:t>FESTIVAL ESTIVAL 2025</a:t>
            </a:r>
            <a:endParaRPr lang="id-ID" sz="1200" b="1" dirty="0">
              <a:solidFill>
                <a:srgbClr val="1447AB"/>
              </a:solidFill>
              <a:effectLst/>
              <a:latin typeface="Nunito" pitchFamily="2" charset="0"/>
            </a:endParaRPr>
          </a:p>
        </p:txBody>
      </p:sp>
    </p:spTree>
    <p:extLst>
      <p:ext uri="{BB962C8B-B14F-4D97-AF65-F5344CB8AC3E}">
        <p14:creationId xmlns:p14="http://schemas.microsoft.com/office/powerpoint/2010/main" val="261290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anim calcmode="lin" valueType="num">
                                      <p:cBhvr>
                                        <p:cTn id="8" dur="500" fill="hold"/>
                                        <p:tgtEl>
                                          <p:spTgt spid="41"/>
                                        </p:tgtEl>
                                        <p:attrNameLst>
                                          <p:attrName>ppt_x</p:attrName>
                                        </p:attrNameLst>
                                      </p:cBhvr>
                                      <p:tavLst>
                                        <p:tav tm="0">
                                          <p:val>
                                            <p:strVal val="#ppt_x"/>
                                          </p:val>
                                        </p:tav>
                                        <p:tav tm="100000">
                                          <p:val>
                                            <p:strVal val="#ppt_x"/>
                                          </p:val>
                                        </p:tav>
                                      </p:tavLst>
                                    </p:anim>
                                    <p:anim calcmode="lin" valueType="num">
                                      <p:cBhvr>
                                        <p:cTn id="9"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custDataLst>
              <p:tags r:id="rId1"/>
            </p:custDataLst>
          </p:nvPr>
        </p:nvSpPr>
        <p:spPr>
          <a:xfrm>
            <a:off x="5920601" y="570161"/>
            <a:ext cx="5732833" cy="5847755"/>
          </a:xfrm>
          <a:prstGeom prst="rect">
            <a:avLst/>
          </a:prstGeom>
          <a:noFill/>
          <a:ln>
            <a:noFill/>
          </a:ln>
        </p:spPr>
        <p:txBody>
          <a:bodyPr wrap="square" rtlCol="0">
            <a:spAutoFit/>
          </a:bodyPr>
          <a:lstStyle/>
          <a:p>
            <a:pPr marL="171450" indent="-171450">
              <a:buFont typeface="Arial" panose="020B0604020202020204" pitchFamily="34" charset="0"/>
              <a:buChar char="•"/>
            </a:pPr>
            <a:r>
              <a:rPr lang="fr-CA" sz="1400" dirty="0">
                <a:solidFill>
                  <a:srgbClr val="1447AB"/>
                </a:solidFill>
                <a:latin typeface="Nunito" pitchFamily="2" charset="0"/>
              </a:rPr>
              <a:t>Le Festival Estival bat son plein </a:t>
            </a:r>
            <a:r>
              <a:rPr lang="fr-CA" sz="1400" b="1" dirty="0">
                <a:solidFill>
                  <a:srgbClr val="1447AB"/>
                </a:solidFill>
                <a:latin typeface="Nunito" pitchFamily="2" charset="0"/>
              </a:rPr>
              <a:t>dans tous les magasins Club Piscine</a:t>
            </a:r>
            <a:r>
              <a:rPr lang="fr-CA" sz="1400" dirty="0">
                <a:solidFill>
                  <a:srgbClr val="1447AB"/>
                </a:solidFill>
                <a:latin typeface="Nunito" pitchFamily="2" charset="0"/>
              </a:rPr>
              <a:t>!</a:t>
            </a:r>
          </a:p>
          <a:p>
            <a:pPr marL="171450" indent="-171450">
              <a:buFont typeface="Arial" panose="020B0604020202020204" pitchFamily="34" charset="0"/>
              <a:buChar char="•"/>
            </a:pPr>
            <a:r>
              <a:rPr lang="fr-CA" sz="1400" b="1" dirty="0">
                <a:solidFill>
                  <a:srgbClr val="1447AB"/>
                </a:solidFill>
                <a:latin typeface="Nunito" pitchFamily="2" charset="0"/>
              </a:rPr>
              <a:t>Des rabais dans toutes les catégories </a:t>
            </a:r>
            <a:r>
              <a:rPr lang="fr-CA" sz="1400" dirty="0">
                <a:solidFill>
                  <a:srgbClr val="1447AB"/>
                </a:solidFill>
                <a:latin typeface="Nunito" pitchFamily="2" charset="0"/>
              </a:rPr>
              <a:t>(mêmes promos pour tout le mois de juillet):</a:t>
            </a:r>
          </a:p>
          <a:p>
            <a:pPr marL="628650" lvl="1" indent="-171450">
              <a:spcBef>
                <a:spcPts val="600"/>
              </a:spcBef>
              <a:spcAft>
                <a:spcPts val="600"/>
              </a:spcAft>
              <a:buFont typeface="Arial" panose="020B0604020202020204" pitchFamily="34" charset="0"/>
              <a:buChar char="•"/>
            </a:pPr>
            <a:r>
              <a:rPr lang="fr-CA" sz="1200" b="1" dirty="0">
                <a:solidFill>
                  <a:srgbClr val="1447AB"/>
                </a:solidFill>
                <a:highlight>
                  <a:srgbClr val="FFFF00"/>
                </a:highlight>
                <a:latin typeface="Nunito" pitchFamily="2" charset="0"/>
              </a:rPr>
              <a:t>MEUBLES: </a:t>
            </a:r>
            <a:r>
              <a:rPr lang="fr-CA" sz="1200" dirty="0">
                <a:solidFill>
                  <a:srgbClr val="1447AB"/>
                </a:solidFill>
                <a:highlight>
                  <a:srgbClr val="FFFF00"/>
                </a:highlight>
                <a:latin typeface="Nunito" pitchFamily="2" charset="0"/>
              </a:rPr>
              <a:t>Jusqu’à 40% de rabais sur le mobilier de jardin (inclus vos démos de plancher ou vieilles collections) + plusieurs démonstrateurs à liquider + financement 24 mois sans intérêts!</a:t>
            </a:r>
          </a:p>
          <a:p>
            <a:pPr marL="628650" lvl="1" indent="-171450">
              <a:spcBef>
                <a:spcPts val="600"/>
              </a:spcBef>
              <a:spcAft>
                <a:spcPts val="600"/>
              </a:spcAft>
              <a:buFont typeface="Arial" panose="020B0604020202020204" pitchFamily="34" charset="0"/>
              <a:buChar char="•"/>
            </a:pPr>
            <a:r>
              <a:rPr lang="fr-CA" sz="1200" b="1" dirty="0">
                <a:solidFill>
                  <a:srgbClr val="1447AB"/>
                </a:solidFill>
                <a:highlight>
                  <a:srgbClr val="FFFF00"/>
                </a:highlight>
                <a:latin typeface="Nunito" pitchFamily="2" charset="0"/>
              </a:rPr>
              <a:t>SPA: </a:t>
            </a:r>
            <a:r>
              <a:rPr lang="fr-CA" sz="1200" dirty="0">
                <a:solidFill>
                  <a:srgbClr val="1447AB"/>
                </a:solidFill>
                <a:highlight>
                  <a:srgbClr val="FFFF00"/>
                </a:highlight>
                <a:latin typeface="Nunito" pitchFamily="2" charset="0"/>
              </a:rPr>
              <a:t>Jusqu’à 3000$ en rabais et avantages + financement à 5.99% sur 48 mois OU 12 mois sans paiement ni intérêt.</a:t>
            </a:r>
          </a:p>
          <a:p>
            <a:pPr marL="628650" lvl="1" indent="-171450">
              <a:spcBef>
                <a:spcPts val="600"/>
              </a:spcBef>
              <a:spcAft>
                <a:spcPts val="600"/>
              </a:spcAft>
              <a:buFont typeface="Arial" panose="020B0604020202020204" pitchFamily="34" charset="0"/>
              <a:buChar char="•"/>
            </a:pPr>
            <a:r>
              <a:rPr lang="fr-CA" sz="1200" b="1" dirty="0">
                <a:solidFill>
                  <a:srgbClr val="1447AB"/>
                </a:solidFill>
                <a:highlight>
                  <a:srgbClr val="FFFF00"/>
                </a:highlight>
                <a:latin typeface="Nunito" pitchFamily="2" charset="0"/>
              </a:rPr>
              <a:t>HT: </a:t>
            </a:r>
            <a:r>
              <a:rPr lang="fr-CA" sz="1200" dirty="0">
                <a:solidFill>
                  <a:srgbClr val="1447AB"/>
                </a:solidFill>
                <a:highlight>
                  <a:srgbClr val="FFFF00"/>
                </a:highlight>
                <a:latin typeface="Nunito" pitchFamily="2" charset="0"/>
              </a:rPr>
              <a:t>Rabais de 1500$ sur les piscines chauffées + financement à 5.99% sur 48 mois OU 12 mois sans paiement ni intérêt.</a:t>
            </a:r>
          </a:p>
          <a:p>
            <a:pPr marL="628650" lvl="1" indent="-171450">
              <a:spcBef>
                <a:spcPts val="600"/>
              </a:spcBef>
              <a:spcAft>
                <a:spcPts val="600"/>
              </a:spcAft>
              <a:buFont typeface="Arial" panose="020B0604020202020204" pitchFamily="34" charset="0"/>
              <a:buChar char="•"/>
            </a:pPr>
            <a:r>
              <a:rPr lang="fr-CA" sz="1200" b="1" dirty="0">
                <a:solidFill>
                  <a:srgbClr val="1447AB"/>
                </a:solidFill>
                <a:highlight>
                  <a:srgbClr val="FFFF00"/>
                </a:highlight>
                <a:latin typeface="Nunito" pitchFamily="2" charset="0"/>
              </a:rPr>
              <a:t>CONCOURS</a:t>
            </a:r>
            <a:r>
              <a:rPr lang="fr-CA" sz="1200" dirty="0">
                <a:solidFill>
                  <a:srgbClr val="1447AB"/>
                </a:solidFill>
                <a:highlight>
                  <a:srgbClr val="FFFF00"/>
                </a:highlight>
                <a:latin typeface="Nunito" pitchFamily="2" charset="0"/>
              </a:rPr>
              <a:t>: Financez votre achat avec Fairstone et vous pourriez gagner 5000$ (détails à la page suivante)!</a:t>
            </a:r>
          </a:p>
          <a:p>
            <a:pPr marL="628650" lvl="1" indent="-171450">
              <a:spcBef>
                <a:spcPts val="600"/>
              </a:spcBef>
              <a:spcAft>
                <a:spcPts val="600"/>
              </a:spcAft>
              <a:buFont typeface="Arial" panose="020B0604020202020204" pitchFamily="34" charset="0"/>
              <a:buChar char="•"/>
            </a:pPr>
            <a:r>
              <a:rPr lang="fr-CA" sz="1200" dirty="0">
                <a:solidFill>
                  <a:srgbClr val="1447AB"/>
                </a:solidFill>
                <a:highlight>
                  <a:srgbClr val="FFFF00"/>
                </a:highlight>
                <a:latin typeface="Nunito" pitchFamily="2" charset="0"/>
              </a:rPr>
              <a:t>Jusqu’à 15% sur les jouets, gonflable et les spas gonflables</a:t>
            </a:r>
          </a:p>
          <a:p>
            <a:pPr marL="628650" lvl="1" indent="-171450">
              <a:spcBef>
                <a:spcPts val="600"/>
              </a:spcBef>
              <a:spcAft>
                <a:spcPts val="600"/>
              </a:spcAft>
              <a:buFont typeface="Arial" panose="020B0604020202020204" pitchFamily="34" charset="0"/>
              <a:buChar char="•"/>
            </a:pPr>
            <a:r>
              <a:rPr lang="fr-CA" sz="1200" dirty="0">
                <a:solidFill>
                  <a:srgbClr val="1447AB"/>
                </a:solidFill>
                <a:highlight>
                  <a:srgbClr val="FFFF00"/>
                </a:highlight>
                <a:latin typeface="Nunito" pitchFamily="2" charset="0"/>
              </a:rPr>
              <a:t>BBQ Flame 430 à 299.99$...etc.</a:t>
            </a:r>
          </a:p>
          <a:p>
            <a:pPr marL="628650" lvl="1" indent="-171450">
              <a:spcBef>
                <a:spcPts val="600"/>
              </a:spcBef>
              <a:spcAft>
                <a:spcPts val="600"/>
              </a:spcAft>
              <a:buFont typeface="Arial" panose="020B0604020202020204" pitchFamily="34" charset="0"/>
              <a:buChar char="•"/>
            </a:pPr>
            <a:r>
              <a:rPr lang="fr-CA" sz="1200" dirty="0">
                <a:solidFill>
                  <a:srgbClr val="1447AB"/>
                </a:solidFill>
                <a:highlight>
                  <a:srgbClr val="FFFF00"/>
                </a:highlight>
                <a:latin typeface="Nunito" pitchFamily="2" charset="0"/>
              </a:rPr>
              <a:t>À l’achat d’un gazebo, obtenez 15% de rabais sur les tuiles en composite </a:t>
            </a:r>
            <a:r>
              <a:rPr lang="fr-CA" sz="1200" dirty="0" err="1">
                <a:solidFill>
                  <a:srgbClr val="1447AB"/>
                </a:solidFill>
                <a:highlight>
                  <a:srgbClr val="FFFF00"/>
                </a:highlight>
                <a:latin typeface="Nunito" pitchFamily="2" charset="0"/>
              </a:rPr>
              <a:t>LeadVision</a:t>
            </a:r>
            <a:endParaRPr lang="fr-CA" sz="1200" dirty="0">
              <a:solidFill>
                <a:srgbClr val="1447AB"/>
              </a:solidFill>
              <a:highlight>
                <a:srgbClr val="FFFF00"/>
              </a:highlight>
              <a:latin typeface="Nunito" pitchFamily="2" charset="0"/>
            </a:endParaRPr>
          </a:p>
          <a:p>
            <a:pPr marL="628650" lvl="1" indent="-171450">
              <a:spcBef>
                <a:spcPts val="600"/>
              </a:spcBef>
              <a:spcAft>
                <a:spcPts val="600"/>
              </a:spcAft>
              <a:buFont typeface="Arial" panose="020B0604020202020204" pitchFamily="34" charset="0"/>
              <a:buChar char="•"/>
            </a:pPr>
            <a:r>
              <a:rPr lang="fr-CA" sz="1200" dirty="0">
                <a:solidFill>
                  <a:srgbClr val="1447AB"/>
                </a:solidFill>
                <a:highlight>
                  <a:srgbClr val="FFFF00"/>
                </a:highlight>
                <a:latin typeface="Nunito" pitchFamily="2" charset="0"/>
              </a:rPr>
              <a:t>Nouveauté: Cabanon Fiberwood!</a:t>
            </a:r>
          </a:p>
          <a:p>
            <a:pPr marL="171450" indent="-171450">
              <a:buFont typeface="Arial" panose="020B0604020202020204" pitchFamily="34" charset="0"/>
              <a:buChar char="•"/>
            </a:pPr>
            <a:r>
              <a:rPr lang="fr-CA" sz="1400" b="1" dirty="0">
                <a:solidFill>
                  <a:srgbClr val="1447AB"/>
                </a:solidFill>
                <a:latin typeface="Nunito" pitchFamily="2" charset="0"/>
              </a:rPr>
              <a:t>Serviette Club Piscine gratuite aux 50 premiers clients </a:t>
            </a:r>
            <a:r>
              <a:rPr lang="fr-CA" sz="1400" dirty="0">
                <a:solidFill>
                  <a:srgbClr val="1447AB"/>
                </a:solidFill>
                <a:latin typeface="Nunito" pitchFamily="2" charset="0"/>
              </a:rPr>
              <a:t>de chaque succursale samedi et dimanche seulement! (Le siège social vous fournit 60 serviettes gratuites)</a:t>
            </a:r>
          </a:p>
          <a:p>
            <a:pPr marL="171450" indent="-171450">
              <a:buFont typeface="Arial" panose="020B0604020202020204" pitchFamily="34" charset="0"/>
              <a:buChar char="•"/>
            </a:pPr>
            <a:r>
              <a:rPr lang="fr-CA" sz="1400" dirty="0">
                <a:solidFill>
                  <a:srgbClr val="1447AB"/>
                </a:solidFill>
                <a:latin typeface="Nunito" pitchFamily="2" charset="0"/>
              </a:rPr>
              <a:t>C’est la fête tout le weekend dans les 40 magasins Club Piscine du Québec. Passez nous voir aujourd'hui en magasin!</a:t>
            </a:r>
          </a:p>
        </p:txBody>
      </p:sp>
      <p:sp>
        <p:nvSpPr>
          <p:cNvPr id="53" name="TextBox 52">
            <a:extLst>
              <a:ext uri="{FF2B5EF4-FFF2-40B4-BE49-F238E27FC236}">
                <a16:creationId xmlns:a16="http://schemas.microsoft.com/office/drawing/2014/main" id="{2C9081FA-06CD-AA43-BCBC-B6DBD36F6909}"/>
              </a:ext>
            </a:extLst>
          </p:cNvPr>
          <p:cNvSpPr txBox="1"/>
          <p:nvPr>
            <p:custDataLst>
              <p:tags r:id="rId2"/>
            </p:custDataLst>
          </p:nvPr>
        </p:nvSpPr>
        <p:spPr>
          <a:xfrm>
            <a:off x="908350" y="3567519"/>
            <a:ext cx="4367307" cy="2585323"/>
          </a:xfrm>
          <a:prstGeom prst="rect">
            <a:avLst/>
          </a:prstGeom>
          <a:noFill/>
        </p:spPr>
        <p:txBody>
          <a:bodyPr wrap="square" rtlCol="0">
            <a:spAutoFit/>
          </a:bodyPr>
          <a:lstStyle/>
          <a:p>
            <a:r>
              <a:rPr lang="fr-CA" sz="5400" b="1" dirty="0">
                <a:solidFill>
                  <a:srgbClr val="1447AB"/>
                </a:solidFill>
                <a:effectLst/>
                <a:latin typeface="Nunito" pitchFamily="2" charset="0"/>
              </a:rPr>
              <a:t>Messages clés de l’animateur</a:t>
            </a:r>
            <a:endParaRPr lang="id-ID" sz="3200" b="1" dirty="0">
              <a:solidFill>
                <a:srgbClr val="1447AB"/>
              </a:solidFill>
              <a:effectLst/>
              <a:latin typeface="Nunito" pitchFamily="2" charset="0"/>
            </a:endParaRPr>
          </a:p>
        </p:txBody>
      </p:sp>
      <p:sp>
        <p:nvSpPr>
          <p:cNvPr id="2" name="TextBox 54">
            <a:extLst>
              <a:ext uri="{FF2B5EF4-FFF2-40B4-BE49-F238E27FC236}">
                <a16:creationId xmlns:a16="http://schemas.microsoft.com/office/drawing/2014/main" id="{EFAF98DB-C4D1-755E-748D-69791D790F05}"/>
              </a:ext>
            </a:extLst>
          </p:cNvPr>
          <p:cNvSpPr txBox="1"/>
          <p:nvPr>
            <p:custDataLst>
              <p:tags r:id="rId3"/>
            </p:custDataLst>
          </p:nvPr>
        </p:nvSpPr>
        <p:spPr>
          <a:xfrm>
            <a:off x="927943" y="3246514"/>
            <a:ext cx="2875403" cy="276999"/>
          </a:xfrm>
          <a:prstGeom prst="rect">
            <a:avLst/>
          </a:prstGeom>
          <a:noFill/>
        </p:spPr>
        <p:txBody>
          <a:bodyPr wrap="square" rtlCol="0">
            <a:spAutoFit/>
          </a:bodyPr>
          <a:lstStyle/>
          <a:p>
            <a:r>
              <a:rPr lang="fr-CA" sz="1200" b="1" dirty="0">
                <a:solidFill>
                  <a:srgbClr val="1447AB"/>
                </a:solidFill>
                <a:effectLst/>
                <a:latin typeface="Nunito" pitchFamily="2" charset="0"/>
              </a:rPr>
              <a:t>FESTIVAL ESTIVAL 2025</a:t>
            </a:r>
            <a:endParaRPr lang="id-ID" sz="1200" b="1" dirty="0">
              <a:solidFill>
                <a:srgbClr val="1447AB"/>
              </a:solidFill>
              <a:effectLst/>
              <a:latin typeface="Nunito" pitchFamily="2" charset="0"/>
            </a:endParaRPr>
          </a:p>
        </p:txBody>
      </p:sp>
    </p:spTree>
    <p:extLst>
      <p:ext uri="{BB962C8B-B14F-4D97-AF65-F5344CB8AC3E}">
        <p14:creationId xmlns:p14="http://schemas.microsoft.com/office/powerpoint/2010/main" val="216192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anim calcmode="lin" valueType="num">
                                      <p:cBhvr>
                                        <p:cTn id="8" dur="500" fill="hold"/>
                                        <p:tgtEl>
                                          <p:spTgt spid="41"/>
                                        </p:tgtEl>
                                        <p:attrNameLst>
                                          <p:attrName>ppt_x</p:attrName>
                                        </p:attrNameLst>
                                      </p:cBhvr>
                                      <p:tavLst>
                                        <p:tav tm="0">
                                          <p:val>
                                            <p:strVal val="#ppt_x"/>
                                          </p:val>
                                        </p:tav>
                                        <p:tav tm="100000">
                                          <p:val>
                                            <p:strVal val="#ppt_x"/>
                                          </p:val>
                                        </p:tav>
                                      </p:tavLst>
                                    </p:anim>
                                    <p:anim calcmode="lin" valueType="num">
                                      <p:cBhvr>
                                        <p:cTn id="9"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09F6119-5550-0AD9-58A8-AF95B18F4670}"/>
              </a:ext>
            </a:extLst>
          </p:cNvPr>
          <p:cNvSpPr txBox="1"/>
          <p:nvPr/>
        </p:nvSpPr>
        <p:spPr>
          <a:xfrm>
            <a:off x="2060729" y="5513622"/>
            <a:ext cx="2177199" cy="369332"/>
          </a:xfrm>
          <a:prstGeom prst="rect">
            <a:avLst/>
          </a:prstGeom>
          <a:noFill/>
        </p:spPr>
        <p:txBody>
          <a:bodyPr wrap="none" rtlCol="0">
            <a:spAutoFit/>
          </a:bodyPr>
          <a:lstStyle/>
          <a:p>
            <a:r>
              <a:rPr lang="fr-CA" dirty="0">
                <a:solidFill>
                  <a:srgbClr val="FF0000"/>
                </a:solidFill>
              </a:rPr>
              <a:t>Affiche temporaire</a:t>
            </a:r>
          </a:p>
        </p:txBody>
      </p:sp>
      <p:sp>
        <p:nvSpPr>
          <p:cNvPr id="3" name="TextBox 40">
            <a:extLst>
              <a:ext uri="{FF2B5EF4-FFF2-40B4-BE49-F238E27FC236}">
                <a16:creationId xmlns:a16="http://schemas.microsoft.com/office/drawing/2014/main" id="{DDB20ACF-E568-097A-B219-57CDBB1C1D4C}"/>
              </a:ext>
            </a:extLst>
          </p:cNvPr>
          <p:cNvSpPr txBox="1"/>
          <p:nvPr>
            <p:custDataLst>
              <p:tags r:id="rId1"/>
            </p:custDataLst>
          </p:nvPr>
        </p:nvSpPr>
        <p:spPr>
          <a:xfrm>
            <a:off x="5873468" y="2270043"/>
            <a:ext cx="5732833" cy="4093428"/>
          </a:xfrm>
          <a:prstGeom prst="rect">
            <a:avLst/>
          </a:prstGeom>
          <a:noFill/>
          <a:ln>
            <a:noFill/>
          </a:ln>
        </p:spPr>
        <p:txBody>
          <a:bodyPr wrap="square" rtlCol="0">
            <a:spAutoFit/>
          </a:bodyPr>
          <a:lstStyle/>
          <a:p>
            <a:pPr marL="171450" indent="-171450">
              <a:buFont typeface="Arial" panose="020B0604020202020204" pitchFamily="34" charset="0"/>
              <a:buChar char="•"/>
            </a:pPr>
            <a:r>
              <a:rPr lang="fr-CA" sz="2000" b="1" dirty="0">
                <a:solidFill>
                  <a:srgbClr val="1447AB"/>
                </a:solidFill>
                <a:latin typeface="Nunito" pitchFamily="2" charset="0"/>
              </a:rPr>
              <a:t>Avec tout achat </a:t>
            </a:r>
            <a:r>
              <a:rPr lang="fr-CA" sz="2000" dirty="0">
                <a:solidFill>
                  <a:srgbClr val="1447AB"/>
                </a:solidFill>
                <a:latin typeface="Nunito" pitchFamily="2" charset="0"/>
              </a:rPr>
              <a:t>dans l’un des magasins Club Piscine, courez la chance de remporter jusqu’à 5000$!</a:t>
            </a:r>
          </a:p>
          <a:p>
            <a:pPr marL="171450" indent="-171450">
              <a:buFont typeface="Arial" panose="020B0604020202020204" pitchFamily="34" charset="0"/>
              <a:buChar char="•"/>
            </a:pPr>
            <a:r>
              <a:rPr lang="fr-CA" sz="2000" b="1" dirty="0">
                <a:solidFill>
                  <a:srgbClr val="1447AB"/>
                </a:solidFill>
                <a:latin typeface="Nunito" pitchFamily="2" charset="0"/>
              </a:rPr>
              <a:t>L’inscription se fait automatiquement</a:t>
            </a:r>
            <a:r>
              <a:rPr lang="fr-CA" sz="2000" dirty="0">
                <a:solidFill>
                  <a:srgbClr val="1447AB"/>
                </a:solidFill>
                <a:latin typeface="Nunito" pitchFamily="2" charset="0"/>
              </a:rPr>
              <a:t>.</a:t>
            </a:r>
          </a:p>
          <a:p>
            <a:pPr marL="171450" indent="-171450">
              <a:buFont typeface="Arial" panose="020B0604020202020204" pitchFamily="34" charset="0"/>
              <a:buChar char="•"/>
            </a:pPr>
            <a:r>
              <a:rPr lang="fr-CA" sz="2000" dirty="0">
                <a:solidFill>
                  <a:srgbClr val="1447AB"/>
                </a:solidFill>
                <a:latin typeface="Nunito" pitchFamily="2" charset="0"/>
              </a:rPr>
              <a:t>Les </a:t>
            </a:r>
            <a:r>
              <a:rPr lang="fr-CA" sz="2000" b="1" dirty="0">
                <a:solidFill>
                  <a:srgbClr val="1447AB"/>
                </a:solidFill>
                <a:latin typeface="Nunito" pitchFamily="2" charset="0"/>
              </a:rPr>
              <a:t>règlements</a:t>
            </a:r>
            <a:r>
              <a:rPr lang="fr-CA" sz="2000" dirty="0">
                <a:solidFill>
                  <a:srgbClr val="1447AB"/>
                </a:solidFill>
                <a:latin typeface="Nunito" pitchFamily="2" charset="0"/>
              </a:rPr>
              <a:t> seront affichés sur notre site.</a:t>
            </a:r>
          </a:p>
          <a:p>
            <a:pPr marL="171450" indent="-171450">
              <a:buFont typeface="Arial" panose="020B0604020202020204" pitchFamily="34" charset="0"/>
              <a:buChar char="•"/>
            </a:pPr>
            <a:r>
              <a:rPr lang="fr-CA" sz="2000" dirty="0">
                <a:solidFill>
                  <a:srgbClr val="1447AB"/>
                </a:solidFill>
                <a:latin typeface="Nunito" pitchFamily="2" charset="0"/>
              </a:rPr>
              <a:t>Concours </a:t>
            </a:r>
            <a:r>
              <a:rPr lang="fr-CA" sz="2000" b="1" dirty="0">
                <a:solidFill>
                  <a:srgbClr val="1447AB"/>
                </a:solidFill>
                <a:latin typeface="Nunito" pitchFamily="2" charset="0"/>
              </a:rPr>
              <a:t>assumé entièrement par Fairstone</a:t>
            </a:r>
          </a:p>
          <a:p>
            <a:pPr marL="171450" indent="-171450">
              <a:buFont typeface="Arial" panose="020B0604020202020204" pitchFamily="34" charset="0"/>
              <a:buChar char="•"/>
            </a:pPr>
            <a:r>
              <a:rPr lang="fr-CA" sz="2000" b="1" dirty="0">
                <a:solidFill>
                  <a:srgbClr val="1447AB"/>
                </a:solidFill>
                <a:latin typeface="Nunito" pitchFamily="2" charset="0"/>
              </a:rPr>
              <a:t>Le concours sera diffusé sur nos plateformes</a:t>
            </a:r>
            <a:r>
              <a:rPr lang="fr-CA" sz="2000" dirty="0">
                <a:solidFill>
                  <a:srgbClr val="1447AB"/>
                </a:solidFill>
                <a:latin typeface="Nunito" pitchFamily="2" charset="0"/>
              </a:rPr>
              <a:t>. Les règles de l’OPC ne s’appliquent pas dans ce cas particulier, nous avons donc le droit d’en parler sur nos différentes plateformes.</a:t>
            </a:r>
          </a:p>
          <a:p>
            <a:pPr marL="171450" indent="-171450">
              <a:buFont typeface="Arial" panose="020B0604020202020204" pitchFamily="34" charset="0"/>
              <a:buChar char="•"/>
            </a:pPr>
            <a:endParaRPr lang="fr-CA" sz="2000" dirty="0">
              <a:solidFill>
                <a:srgbClr val="1447AB"/>
              </a:solidFill>
              <a:latin typeface="Nunito" pitchFamily="2" charset="0"/>
            </a:endParaRPr>
          </a:p>
          <a:p>
            <a:endParaRPr lang="fr-CA" sz="2000" dirty="0">
              <a:solidFill>
                <a:srgbClr val="1447AB"/>
              </a:solidFill>
              <a:latin typeface="Nunito" pitchFamily="2" charset="0"/>
            </a:endParaRPr>
          </a:p>
          <a:p>
            <a:endParaRPr lang="fr-CA" sz="2000" dirty="0">
              <a:solidFill>
                <a:srgbClr val="1447AB"/>
              </a:solidFill>
              <a:latin typeface="Nunito" pitchFamily="2" charset="0"/>
            </a:endParaRPr>
          </a:p>
        </p:txBody>
      </p:sp>
      <p:sp>
        <p:nvSpPr>
          <p:cNvPr id="4" name="TextBox 52">
            <a:extLst>
              <a:ext uri="{FF2B5EF4-FFF2-40B4-BE49-F238E27FC236}">
                <a16:creationId xmlns:a16="http://schemas.microsoft.com/office/drawing/2014/main" id="{4F81CBE6-E710-6D02-126A-B3017C81A598}"/>
              </a:ext>
            </a:extLst>
          </p:cNvPr>
          <p:cNvSpPr txBox="1"/>
          <p:nvPr>
            <p:custDataLst>
              <p:tags r:id="rId2"/>
            </p:custDataLst>
          </p:nvPr>
        </p:nvSpPr>
        <p:spPr>
          <a:xfrm>
            <a:off x="5606168" y="693168"/>
            <a:ext cx="6092496" cy="923330"/>
          </a:xfrm>
          <a:prstGeom prst="rect">
            <a:avLst/>
          </a:prstGeom>
          <a:noFill/>
        </p:spPr>
        <p:txBody>
          <a:bodyPr wrap="square" rtlCol="0">
            <a:spAutoFit/>
          </a:bodyPr>
          <a:lstStyle/>
          <a:p>
            <a:pPr algn="ctr"/>
            <a:r>
              <a:rPr lang="fr-CA" sz="5400" b="1" dirty="0">
                <a:solidFill>
                  <a:srgbClr val="1447AB"/>
                </a:solidFill>
                <a:latin typeface="Nunito" pitchFamily="2" charset="0"/>
              </a:rPr>
              <a:t>Concours exclusif</a:t>
            </a:r>
            <a:endParaRPr lang="id-ID" sz="3200" b="1" dirty="0">
              <a:solidFill>
                <a:srgbClr val="1447AB"/>
              </a:solidFill>
              <a:effectLst/>
              <a:latin typeface="Nunito" pitchFamily="2" charset="0"/>
            </a:endParaRPr>
          </a:p>
        </p:txBody>
      </p:sp>
      <p:pic>
        <p:nvPicPr>
          <p:cNvPr id="8" name="Image 7">
            <a:extLst>
              <a:ext uri="{FF2B5EF4-FFF2-40B4-BE49-F238E27FC236}">
                <a16:creationId xmlns:a16="http://schemas.microsoft.com/office/drawing/2014/main" id="{1B36A505-07DA-36B4-C70F-8BB445FE795C}"/>
              </a:ext>
            </a:extLst>
          </p:cNvPr>
          <p:cNvPicPr>
            <a:picLocks noChangeAspect="1"/>
          </p:cNvPicPr>
          <p:nvPr/>
        </p:nvPicPr>
        <p:blipFill>
          <a:blip r:embed="rId4"/>
          <a:stretch>
            <a:fillRect/>
          </a:stretch>
        </p:blipFill>
        <p:spPr>
          <a:xfrm>
            <a:off x="1291681" y="866152"/>
            <a:ext cx="3487906" cy="4497699"/>
          </a:xfrm>
          <a:prstGeom prst="rect">
            <a:avLst/>
          </a:prstGeom>
        </p:spPr>
      </p:pic>
    </p:spTree>
    <p:extLst>
      <p:ext uri="{BB962C8B-B14F-4D97-AF65-F5344CB8AC3E}">
        <p14:creationId xmlns:p14="http://schemas.microsoft.com/office/powerpoint/2010/main" val="373491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0" y="0"/>
            <a:ext cx="5275657" cy="6858000"/>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41" name="TextBox 40"/>
          <p:cNvSpPr txBox="1"/>
          <p:nvPr>
            <p:custDataLst>
              <p:tags r:id="rId2"/>
            </p:custDataLst>
          </p:nvPr>
        </p:nvSpPr>
        <p:spPr>
          <a:xfrm>
            <a:off x="6817760" y="634689"/>
            <a:ext cx="5170024" cy="400110"/>
          </a:xfrm>
          <a:prstGeom prst="rect">
            <a:avLst/>
          </a:prstGeom>
          <a:noFill/>
          <a:ln>
            <a:noFill/>
          </a:ln>
        </p:spPr>
        <p:txBody>
          <a:bodyPr wrap="square" rtlCol="0">
            <a:spAutoFit/>
          </a:bodyPr>
          <a:lstStyle/>
          <a:p>
            <a:r>
              <a:rPr lang="fr-CA" sz="1000" dirty="0">
                <a:solidFill>
                  <a:schemeClr val="tx1">
                    <a:lumMod val="85000"/>
                    <a:lumOff val="15000"/>
                  </a:schemeClr>
                </a:solidFill>
                <a:latin typeface="Nunito" pitchFamily="2" charset="0"/>
              </a:rPr>
              <a:t>Oui, en fait ce sont les mêmes prix pour tout le mois de juillet. La thématique pourra donc vivre plus longtemps. Le weekend du 4-5-6 juillet lance les festivités!</a:t>
            </a:r>
            <a:endParaRPr lang="en-US" sz="1000" dirty="0">
              <a:solidFill>
                <a:schemeClr val="tx1">
                  <a:lumMod val="85000"/>
                  <a:lumOff val="15000"/>
                </a:schemeClr>
              </a:solidFill>
              <a:latin typeface="Nunito" pitchFamily="2" charset="0"/>
            </a:endParaRPr>
          </a:p>
        </p:txBody>
      </p:sp>
      <p:sp>
        <p:nvSpPr>
          <p:cNvPr id="42" name="TextBox 41"/>
          <p:cNvSpPr txBox="1"/>
          <p:nvPr>
            <p:custDataLst>
              <p:tags r:id="rId3"/>
            </p:custDataLst>
          </p:nvPr>
        </p:nvSpPr>
        <p:spPr>
          <a:xfrm>
            <a:off x="6818315" y="401231"/>
            <a:ext cx="5181517" cy="276999"/>
          </a:xfrm>
          <a:prstGeom prst="rect">
            <a:avLst/>
          </a:prstGeom>
          <a:noFill/>
        </p:spPr>
        <p:txBody>
          <a:bodyPr wrap="square" rtlCol="0">
            <a:spAutoFit/>
          </a:bodyPr>
          <a:lstStyle/>
          <a:p>
            <a:r>
              <a:rPr lang="fr-CA" sz="1200" b="1" dirty="0">
                <a:solidFill>
                  <a:srgbClr val="1447AB"/>
                </a:solidFill>
                <a:latin typeface="Nunito" pitchFamily="2" charset="0"/>
              </a:rPr>
              <a:t>Est-ce que ceci remplace la Grande Vente de Liquidation de juillet? </a:t>
            </a:r>
            <a:endParaRPr lang="id-ID" sz="1200" b="1" dirty="0">
              <a:solidFill>
                <a:srgbClr val="1447AB"/>
              </a:solidFill>
              <a:latin typeface="Nunito" pitchFamily="2" charset="0"/>
            </a:endParaRPr>
          </a:p>
        </p:txBody>
      </p:sp>
      <p:sp>
        <p:nvSpPr>
          <p:cNvPr id="43" name="TextBox 42"/>
          <p:cNvSpPr txBox="1"/>
          <p:nvPr>
            <p:custDataLst>
              <p:tags r:id="rId4"/>
            </p:custDataLst>
          </p:nvPr>
        </p:nvSpPr>
        <p:spPr>
          <a:xfrm>
            <a:off x="6818316" y="1490713"/>
            <a:ext cx="4922580" cy="707886"/>
          </a:xfrm>
          <a:prstGeom prst="rect">
            <a:avLst/>
          </a:prstGeom>
          <a:noFill/>
          <a:ln>
            <a:noFill/>
          </a:ln>
        </p:spPr>
        <p:txBody>
          <a:bodyPr wrap="square" rtlCol="0">
            <a:spAutoFit/>
          </a:bodyPr>
          <a:lstStyle/>
          <a:p>
            <a:pPr lvl="0"/>
            <a:r>
              <a:rPr lang="fr-CA" sz="1000" dirty="0">
                <a:solidFill>
                  <a:schemeClr val="tx1">
                    <a:lumMod val="85000"/>
                    <a:lumOff val="15000"/>
                  </a:schemeClr>
                </a:solidFill>
                <a:latin typeface="Nunito" pitchFamily="2" charset="0"/>
              </a:rPr>
              <a:t>Non aucune obligation, mais le chapiteau demeure un moyen efficace d’attirer la clientèle et de faire ressentir qu’il y a des rabais. Toutefois, </a:t>
            </a:r>
            <a:r>
              <a:rPr lang="fr-CA" sz="1000" b="1" u="sng" dirty="0">
                <a:solidFill>
                  <a:schemeClr val="tx1">
                    <a:lumMod val="85000"/>
                    <a:lumOff val="15000"/>
                  </a:schemeClr>
                </a:solidFill>
                <a:latin typeface="Nunito" pitchFamily="2" charset="0"/>
              </a:rPr>
              <a:t>vous aurez l’obligation de faire « vivre » l’évènement en magasin par la PLV fournie par le siège social mais également, par vos propres initiatives.</a:t>
            </a:r>
          </a:p>
        </p:txBody>
      </p:sp>
      <p:sp>
        <p:nvSpPr>
          <p:cNvPr id="44" name="TextBox 43"/>
          <p:cNvSpPr txBox="1"/>
          <p:nvPr>
            <p:custDataLst>
              <p:tags r:id="rId5"/>
            </p:custDataLst>
          </p:nvPr>
        </p:nvSpPr>
        <p:spPr>
          <a:xfrm>
            <a:off x="6818316" y="1271560"/>
            <a:ext cx="4338978" cy="276999"/>
          </a:xfrm>
          <a:prstGeom prst="rect">
            <a:avLst/>
          </a:prstGeom>
          <a:noFill/>
        </p:spPr>
        <p:txBody>
          <a:bodyPr wrap="square" rtlCol="0">
            <a:spAutoFit/>
          </a:bodyPr>
          <a:lstStyle/>
          <a:p>
            <a:r>
              <a:rPr lang="fr-CA" sz="1200" b="1" dirty="0">
                <a:solidFill>
                  <a:srgbClr val="1447AB"/>
                </a:solidFill>
                <a:latin typeface="Nunito" pitchFamily="2" charset="0"/>
              </a:rPr>
              <a:t>Est-ce que je suis obligé de louer un chapiteau? </a:t>
            </a:r>
            <a:endParaRPr lang="id-ID" sz="1200" b="1" dirty="0">
              <a:solidFill>
                <a:srgbClr val="1447AB"/>
              </a:solidFill>
              <a:latin typeface="Nunito" pitchFamily="2" charset="0"/>
            </a:endParaRPr>
          </a:p>
        </p:txBody>
      </p:sp>
      <p:sp>
        <p:nvSpPr>
          <p:cNvPr id="45" name="TextBox 44"/>
          <p:cNvSpPr txBox="1"/>
          <p:nvPr>
            <p:custDataLst>
              <p:tags r:id="rId6"/>
            </p:custDataLst>
          </p:nvPr>
        </p:nvSpPr>
        <p:spPr>
          <a:xfrm>
            <a:off x="6818316" y="2638868"/>
            <a:ext cx="4820772" cy="400110"/>
          </a:xfrm>
          <a:prstGeom prst="rect">
            <a:avLst/>
          </a:prstGeom>
          <a:noFill/>
          <a:ln>
            <a:noFill/>
          </a:ln>
        </p:spPr>
        <p:txBody>
          <a:bodyPr wrap="square" rtlCol="0">
            <a:spAutoFit/>
          </a:bodyPr>
          <a:lstStyle/>
          <a:p>
            <a:r>
              <a:rPr lang="fr-CA" sz="1000" dirty="0">
                <a:solidFill>
                  <a:schemeClr val="tx1">
                    <a:lumMod val="85000"/>
                    <a:lumOff val="15000"/>
                  </a:schemeClr>
                </a:solidFill>
                <a:latin typeface="Nunito" pitchFamily="2" charset="0"/>
              </a:rPr>
              <a:t>Il sera possible pour vous de le faire, mais vous devrez également tenir l’évènement le weekend du 4-5-6 juillet.</a:t>
            </a:r>
            <a:endParaRPr lang="en-US" sz="1000" dirty="0">
              <a:solidFill>
                <a:schemeClr val="tx1">
                  <a:lumMod val="85000"/>
                  <a:lumOff val="15000"/>
                </a:schemeClr>
              </a:solidFill>
              <a:latin typeface="Nunito" pitchFamily="2" charset="0"/>
            </a:endParaRPr>
          </a:p>
        </p:txBody>
      </p:sp>
      <p:sp>
        <p:nvSpPr>
          <p:cNvPr id="46" name="TextBox 45"/>
          <p:cNvSpPr txBox="1"/>
          <p:nvPr>
            <p:custDataLst>
              <p:tags r:id="rId7"/>
            </p:custDataLst>
          </p:nvPr>
        </p:nvSpPr>
        <p:spPr>
          <a:xfrm>
            <a:off x="6818316" y="2410207"/>
            <a:ext cx="5096316" cy="276999"/>
          </a:xfrm>
          <a:prstGeom prst="rect">
            <a:avLst/>
          </a:prstGeom>
          <a:noFill/>
        </p:spPr>
        <p:txBody>
          <a:bodyPr wrap="square" rtlCol="0">
            <a:spAutoFit/>
          </a:bodyPr>
          <a:lstStyle/>
          <a:p>
            <a:r>
              <a:rPr lang="fr-CA" sz="1200" b="1" dirty="0">
                <a:solidFill>
                  <a:srgbClr val="1447AB"/>
                </a:solidFill>
                <a:latin typeface="Nunito" pitchFamily="2" charset="0"/>
              </a:rPr>
              <a:t>Si je veux tenir l’évènement un autre weekend de juillet à la place? </a:t>
            </a:r>
            <a:endParaRPr lang="id-ID" sz="1200" b="1" dirty="0">
              <a:solidFill>
                <a:srgbClr val="1447AB"/>
              </a:solidFill>
              <a:latin typeface="Nunito" pitchFamily="2" charset="0"/>
            </a:endParaRPr>
          </a:p>
        </p:txBody>
      </p:sp>
      <p:grpSp>
        <p:nvGrpSpPr>
          <p:cNvPr id="47" name="Group 46"/>
          <p:cNvGrpSpPr/>
          <p:nvPr>
            <p:custDataLst>
              <p:tags r:id="rId8"/>
            </p:custDataLst>
          </p:nvPr>
        </p:nvGrpSpPr>
        <p:grpSpPr>
          <a:xfrm>
            <a:off x="5926531" y="506673"/>
            <a:ext cx="455073" cy="467890"/>
            <a:chOff x="900113" y="1624013"/>
            <a:chExt cx="225426" cy="231775"/>
          </a:xfrm>
          <a:solidFill>
            <a:schemeClr val="accent1"/>
          </a:solidFill>
        </p:grpSpPr>
        <p:sp>
          <p:nvSpPr>
            <p:cNvPr id="48" name="Freeform 18"/>
            <p:cNvSpPr>
              <a:spLocks/>
            </p:cNvSpPr>
            <p:nvPr/>
          </p:nvSpPr>
          <p:spPr bwMode="auto">
            <a:xfrm>
              <a:off x="974726" y="1624013"/>
              <a:ext cx="31750" cy="31750"/>
            </a:xfrm>
            <a:custGeom>
              <a:avLst/>
              <a:gdLst>
                <a:gd name="T0" fmla="*/ 234 w 468"/>
                <a:gd name="T1" fmla="*/ 0 h 468"/>
                <a:gd name="T2" fmla="*/ 273 w 468"/>
                <a:gd name="T3" fmla="*/ 3 h 468"/>
                <a:gd name="T4" fmla="*/ 309 w 468"/>
                <a:gd name="T5" fmla="*/ 12 h 468"/>
                <a:gd name="T6" fmla="*/ 342 w 468"/>
                <a:gd name="T7" fmla="*/ 27 h 468"/>
                <a:gd name="T8" fmla="*/ 373 w 468"/>
                <a:gd name="T9" fmla="*/ 46 h 468"/>
                <a:gd name="T10" fmla="*/ 400 w 468"/>
                <a:gd name="T11" fmla="*/ 69 h 468"/>
                <a:gd name="T12" fmla="*/ 424 w 468"/>
                <a:gd name="T13" fmla="*/ 96 h 468"/>
                <a:gd name="T14" fmla="*/ 442 w 468"/>
                <a:gd name="T15" fmla="*/ 126 h 468"/>
                <a:gd name="T16" fmla="*/ 456 w 468"/>
                <a:gd name="T17" fmla="*/ 160 h 468"/>
                <a:gd name="T18" fmla="*/ 465 w 468"/>
                <a:gd name="T19" fmla="*/ 196 h 468"/>
                <a:gd name="T20" fmla="*/ 468 w 468"/>
                <a:gd name="T21" fmla="*/ 234 h 468"/>
                <a:gd name="T22" fmla="*/ 465 w 468"/>
                <a:gd name="T23" fmla="*/ 272 h 468"/>
                <a:gd name="T24" fmla="*/ 456 w 468"/>
                <a:gd name="T25" fmla="*/ 308 h 468"/>
                <a:gd name="T26" fmla="*/ 442 w 468"/>
                <a:gd name="T27" fmla="*/ 342 h 468"/>
                <a:gd name="T28" fmla="*/ 424 w 468"/>
                <a:gd name="T29" fmla="*/ 372 h 468"/>
                <a:gd name="T30" fmla="*/ 400 w 468"/>
                <a:gd name="T31" fmla="*/ 400 h 468"/>
                <a:gd name="T32" fmla="*/ 373 w 468"/>
                <a:gd name="T33" fmla="*/ 423 h 468"/>
                <a:gd name="T34" fmla="*/ 342 w 468"/>
                <a:gd name="T35" fmla="*/ 442 h 468"/>
                <a:gd name="T36" fmla="*/ 309 w 468"/>
                <a:gd name="T37" fmla="*/ 456 h 468"/>
                <a:gd name="T38" fmla="*/ 273 w 468"/>
                <a:gd name="T39" fmla="*/ 465 h 468"/>
                <a:gd name="T40" fmla="*/ 234 w 468"/>
                <a:gd name="T41" fmla="*/ 468 h 468"/>
                <a:gd name="T42" fmla="*/ 197 w 468"/>
                <a:gd name="T43" fmla="*/ 465 h 468"/>
                <a:gd name="T44" fmla="*/ 161 w 468"/>
                <a:gd name="T45" fmla="*/ 456 h 468"/>
                <a:gd name="T46" fmla="*/ 128 w 468"/>
                <a:gd name="T47" fmla="*/ 442 h 468"/>
                <a:gd name="T48" fmla="*/ 97 w 468"/>
                <a:gd name="T49" fmla="*/ 423 h 468"/>
                <a:gd name="T50" fmla="*/ 70 w 468"/>
                <a:gd name="T51" fmla="*/ 400 h 468"/>
                <a:gd name="T52" fmla="*/ 46 w 468"/>
                <a:gd name="T53" fmla="*/ 372 h 468"/>
                <a:gd name="T54" fmla="*/ 27 w 468"/>
                <a:gd name="T55" fmla="*/ 342 h 468"/>
                <a:gd name="T56" fmla="*/ 13 w 468"/>
                <a:gd name="T57" fmla="*/ 308 h 468"/>
                <a:gd name="T58" fmla="*/ 3 w 468"/>
                <a:gd name="T59" fmla="*/ 272 h 468"/>
                <a:gd name="T60" fmla="*/ 0 w 468"/>
                <a:gd name="T61" fmla="*/ 234 h 468"/>
                <a:gd name="T62" fmla="*/ 3 w 468"/>
                <a:gd name="T63" fmla="*/ 196 h 468"/>
                <a:gd name="T64" fmla="*/ 13 w 468"/>
                <a:gd name="T65" fmla="*/ 160 h 468"/>
                <a:gd name="T66" fmla="*/ 27 w 468"/>
                <a:gd name="T67" fmla="*/ 126 h 468"/>
                <a:gd name="T68" fmla="*/ 46 w 468"/>
                <a:gd name="T69" fmla="*/ 96 h 468"/>
                <a:gd name="T70" fmla="*/ 70 w 468"/>
                <a:gd name="T71" fmla="*/ 69 h 468"/>
                <a:gd name="T72" fmla="*/ 97 w 468"/>
                <a:gd name="T73" fmla="*/ 46 h 468"/>
                <a:gd name="T74" fmla="*/ 128 w 468"/>
                <a:gd name="T75" fmla="*/ 27 h 468"/>
                <a:gd name="T76" fmla="*/ 161 w 468"/>
                <a:gd name="T77" fmla="*/ 12 h 468"/>
                <a:gd name="T78" fmla="*/ 197 w 468"/>
                <a:gd name="T79" fmla="*/ 3 h 468"/>
                <a:gd name="T80" fmla="*/ 234 w 468"/>
                <a:gd name="T81"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68" h="468">
                  <a:moveTo>
                    <a:pt x="234" y="0"/>
                  </a:moveTo>
                  <a:lnTo>
                    <a:pt x="273" y="3"/>
                  </a:lnTo>
                  <a:lnTo>
                    <a:pt x="309" y="12"/>
                  </a:lnTo>
                  <a:lnTo>
                    <a:pt x="342" y="27"/>
                  </a:lnTo>
                  <a:lnTo>
                    <a:pt x="373" y="46"/>
                  </a:lnTo>
                  <a:lnTo>
                    <a:pt x="400" y="69"/>
                  </a:lnTo>
                  <a:lnTo>
                    <a:pt x="424" y="96"/>
                  </a:lnTo>
                  <a:lnTo>
                    <a:pt x="442" y="126"/>
                  </a:lnTo>
                  <a:lnTo>
                    <a:pt x="456" y="160"/>
                  </a:lnTo>
                  <a:lnTo>
                    <a:pt x="465" y="196"/>
                  </a:lnTo>
                  <a:lnTo>
                    <a:pt x="468" y="234"/>
                  </a:lnTo>
                  <a:lnTo>
                    <a:pt x="465" y="272"/>
                  </a:lnTo>
                  <a:lnTo>
                    <a:pt x="456" y="308"/>
                  </a:lnTo>
                  <a:lnTo>
                    <a:pt x="442" y="342"/>
                  </a:lnTo>
                  <a:lnTo>
                    <a:pt x="424" y="372"/>
                  </a:lnTo>
                  <a:lnTo>
                    <a:pt x="400" y="400"/>
                  </a:lnTo>
                  <a:lnTo>
                    <a:pt x="373" y="423"/>
                  </a:lnTo>
                  <a:lnTo>
                    <a:pt x="342" y="442"/>
                  </a:lnTo>
                  <a:lnTo>
                    <a:pt x="309" y="456"/>
                  </a:lnTo>
                  <a:lnTo>
                    <a:pt x="273" y="465"/>
                  </a:lnTo>
                  <a:lnTo>
                    <a:pt x="234" y="468"/>
                  </a:lnTo>
                  <a:lnTo>
                    <a:pt x="197" y="465"/>
                  </a:lnTo>
                  <a:lnTo>
                    <a:pt x="161" y="456"/>
                  </a:lnTo>
                  <a:lnTo>
                    <a:pt x="128" y="442"/>
                  </a:lnTo>
                  <a:lnTo>
                    <a:pt x="97" y="423"/>
                  </a:lnTo>
                  <a:lnTo>
                    <a:pt x="70" y="400"/>
                  </a:lnTo>
                  <a:lnTo>
                    <a:pt x="46" y="372"/>
                  </a:lnTo>
                  <a:lnTo>
                    <a:pt x="27" y="342"/>
                  </a:lnTo>
                  <a:lnTo>
                    <a:pt x="13" y="308"/>
                  </a:lnTo>
                  <a:lnTo>
                    <a:pt x="3" y="272"/>
                  </a:lnTo>
                  <a:lnTo>
                    <a:pt x="0" y="234"/>
                  </a:lnTo>
                  <a:lnTo>
                    <a:pt x="3" y="196"/>
                  </a:lnTo>
                  <a:lnTo>
                    <a:pt x="13" y="160"/>
                  </a:lnTo>
                  <a:lnTo>
                    <a:pt x="27" y="126"/>
                  </a:lnTo>
                  <a:lnTo>
                    <a:pt x="46" y="96"/>
                  </a:lnTo>
                  <a:lnTo>
                    <a:pt x="70" y="69"/>
                  </a:lnTo>
                  <a:lnTo>
                    <a:pt x="97" y="46"/>
                  </a:lnTo>
                  <a:lnTo>
                    <a:pt x="128" y="27"/>
                  </a:lnTo>
                  <a:lnTo>
                    <a:pt x="161" y="12"/>
                  </a:lnTo>
                  <a:lnTo>
                    <a:pt x="197" y="3"/>
                  </a:lnTo>
                  <a:lnTo>
                    <a:pt x="2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49" name="Freeform 19"/>
            <p:cNvSpPr>
              <a:spLocks/>
            </p:cNvSpPr>
            <p:nvPr/>
          </p:nvSpPr>
          <p:spPr bwMode="auto">
            <a:xfrm>
              <a:off x="958851" y="1827213"/>
              <a:ext cx="166688" cy="28575"/>
            </a:xfrm>
            <a:custGeom>
              <a:avLst/>
              <a:gdLst>
                <a:gd name="T0" fmla="*/ 860 w 2411"/>
                <a:gd name="T1" fmla="*/ 11 h 400"/>
                <a:gd name="T2" fmla="*/ 990 w 2411"/>
                <a:gd name="T3" fmla="*/ 64 h 400"/>
                <a:gd name="T4" fmla="*/ 1087 w 2411"/>
                <a:gd name="T5" fmla="*/ 143 h 400"/>
                <a:gd name="T6" fmla="*/ 1174 w 2411"/>
                <a:gd name="T7" fmla="*/ 180 h 400"/>
                <a:gd name="T8" fmla="*/ 1268 w 2411"/>
                <a:gd name="T9" fmla="*/ 172 h 400"/>
                <a:gd name="T10" fmla="*/ 1348 w 2411"/>
                <a:gd name="T11" fmla="*/ 123 h 400"/>
                <a:gd name="T12" fmla="*/ 1463 w 2411"/>
                <a:gd name="T13" fmla="*/ 42 h 400"/>
                <a:gd name="T14" fmla="*/ 1597 w 2411"/>
                <a:gd name="T15" fmla="*/ 3 h 400"/>
                <a:gd name="T16" fmla="*/ 1738 w 2411"/>
                <a:gd name="T17" fmla="*/ 11 h 400"/>
                <a:gd name="T18" fmla="*/ 1867 w 2411"/>
                <a:gd name="T19" fmla="*/ 64 h 400"/>
                <a:gd name="T20" fmla="*/ 1965 w 2411"/>
                <a:gd name="T21" fmla="*/ 143 h 400"/>
                <a:gd name="T22" fmla="*/ 2052 w 2411"/>
                <a:gd name="T23" fmla="*/ 180 h 400"/>
                <a:gd name="T24" fmla="*/ 2145 w 2411"/>
                <a:gd name="T25" fmla="*/ 172 h 400"/>
                <a:gd name="T26" fmla="*/ 2226 w 2411"/>
                <a:gd name="T27" fmla="*/ 123 h 400"/>
                <a:gd name="T28" fmla="*/ 2282 w 2411"/>
                <a:gd name="T29" fmla="*/ 94 h 400"/>
                <a:gd name="T30" fmla="*/ 2344 w 2411"/>
                <a:gd name="T31" fmla="*/ 100 h 400"/>
                <a:gd name="T32" fmla="*/ 2394 w 2411"/>
                <a:gd name="T33" fmla="*/ 140 h 400"/>
                <a:gd name="T34" fmla="*/ 2411 w 2411"/>
                <a:gd name="T35" fmla="*/ 200 h 400"/>
                <a:gd name="T36" fmla="*/ 2394 w 2411"/>
                <a:gd name="T37" fmla="*/ 260 h 400"/>
                <a:gd name="T38" fmla="*/ 2306 w 2411"/>
                <a:gd name="T39" fmla="*/ 336 h 400"/>
                <a:gd name="T40" fmla="*/ 2177 w 2411"/>
                <a:gd name="T41" fmla="*/ 390 h 400"/>
                <a:gd name="T42" fmla="*/ 2035 w 2411"/>
                <a:gd name="T43" fmla="*/ 397 h 400"/>
                <a:gd name="T44" fmla="*/ 1901 w 2411"/>
                <a:gd name="T45" fmla="*/ 359 h 400"/>
                <a:gd name="T46" fmla="*/ 1786 w 2411"/>
                <a:gd name="T47" fmla="*/ 277 h 400"/>
                <a:gd name="T48" fmla="*/ 1707 w 2411"/>
                <a:gd name="T49" fmla="*/ 228 h 400"/>
                <a:gd name="T50" fmla="*/ 1612 w 2411"/>
                <a:gd name="T51" fmla="*/ 221 h 400"/>
                <a:gd name="T52" fmla="*/ 1526 w 2411"/>
                <a:gd name="T53" fmla="*/ 256 h 400"/>
                <a:gd name="T54" fmla="*/ 1428 w 2411"/>
                <a:gd name="T55" fmla="*/ 336 h 400"/>
                <a:gd name="T56" fmla="*/ 1299 w 2411"/>
                <a:gd name="T57" fmla="*/ 390 h 400"/>
                <a:gd name="T58" fmla="*/ 1157 w 2411"/>
                <a:gd name="T59" fmla="*/ 397 h 400"/>
                <a:gd name="T60" fmla="*/ 1024 w 2411"/>
                <a:gd name="T61" fmla="*/ 359 h 400"/>
                <a:gd name="T62" fmla="*/ 909 w 2411"/>
                <a:gd name="T63" fmla="*/ 277 h 400"/>
                <a:gd name="T64" fmla="*/ 829 w 2411"/>
                <a:gd name="T65" fmla="*/ 228 h 400"/>
                <a:gd name="T66" fmla="*/ 735 w 2411"/>
                <a:gd name="T67" fmla="*/ 221 h 400"/>
                <a:gd name="T68" fmla="*/ 649 w 2411"/>
                <a:gd name="T69" fmla="*/ 256 h 400"/>
                <a:gd name="T70" fmla="*/ 554 w 2411"/>
                <a:gd name="T71" fmla="*/ 334 h 400"/>
                <a:gd name="T72" fmla="*/ 434 w 2411"/>
                <a:gd name="T73" fmla="*/ 386 h 400"/>
                <a:gd name="T74" fmla="*/ 306 w 2411"/>
                <a:gd name="T75" fmla="*/ 399 h 400"/>
                <a:gd name="T76" fmla="*/ 180 w 2411"/>
                <a:gd name="T77" fmla="*/ 373 h 400"/>
                <a:gd name="T78" fmla="*/ 66 w 2411"/>
                <a:gd name="T79" fmla="*/ 307 h 400"/>
                <a:gd name="T80" fmla="*/ 8 w 2411"/>
                <a:gd name="T81" fmla="*/ 241 h 400"/>
                <a:gd name="T82" fmla="*/ 2 w 2411"/>
                <a:gd name="T83" fmla="*/ 179 h 400"/>
                <a:gd name="T84" fmla="*/ 31 w 2411"/>
                <a:gd name="T85" fmla="*/ 123 h 400"/>
                <a:gd name="T86" fmla="*/ 87 w 2411"/>
                <a:gd name="T87" fmla="*/ 94 h 400"/>
                <a:gd name="T88" fmla="*/ 149 w 2411"/>
                <a:gd name="T89" fmla="*/ 100 h 400"/>
                <a:gd name="T90" fmla="*/ 209 w 2411"/>
                <a:gd name="T91" fmla="*/ 143 h 400"/>
                <a:gd name="T92" fmla="*/ 296 w 2411"/>
                <a:gd name="T93" fmla="*/ 180 h 400"/>
                <a:gd name="T94" fmla="*/ 390 w 2411"/>
                <a:gd name="T95" fmla="*/ 172 h 400"/>
                <a:gd name="T96" fmla="*/ 471 w 2411"/>
                <a:gd name="T97" fmla="*/ 123 h 400"/>
                <a:gd name="T98" fmla="*/ 585 w 2411"/>
                <a:gd name="T99" fmla="*/ 42 h 400"/>
                <a:gd name="T100" fmla="*/ 719 w 2411"/>
                <a:gd name="T101" fmla="*/ 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11" h="400">
                  <a:moveTo>
                    <a:pt x="767" y="0"/>
                  </a:moveTo>
                  <a:lnTo>
                    <a:pt x="815" y="3"/>
                  </a:lnTo>
                  <a:lnTo>
                    <a:pt x="860" y="11"/>
                  </a:lnTo>
                  <a:lnTo>
                    <a:pt x="905" y="23"/>
                  </a:lnTo>
                  <a:lnTo>
                    <a:pt x="949" y="42"/>
                  </a:lnTo>
                  <a:lnTo>
                    <a:pt x="990" y="64"/>
                  </a:lnTo>
                  <a:lnTo>
                    <a:pt x="1027" y="92"/>
                  </a:lnTo>
                  <a:lnTo>
                    <a:pt x="1063" y="123"/>
                  </a:lnTo>
                  <a:lnTo>
                    <a:pt x="1087" y="143"/>
                  </a:lnTo>
                  <a:lnTo>
                    <a:pt x="1114" y="161"/>
                  </a:lnTo>
                  <a:lnTo>
                    <a:pt x="1143" y="172"/>
                  </a:lnTo>
                  <a:lnTo>
                    <a:pt x="1174" y="180"/>
                  </a:lnTo>
                  <a:lnTo>
                    <a:pt x="1205" y="182"/>
                  </a:lnTo>
                  <a:lnTo>
                    <a:pt x="1237" y="180"/>
                  </a:lnTo>
                  <a:lnTo>
                    <a:pt x="1268" y="172"/>
                  </a:lnTo>
                  <a:lnTo>
                    <a:pt x="1297" y="161"/>
                  </a:lnTo>
                  <a:lnTo>
                    <a:pt x="1323" y="143"/>
                  </a:lnTo>
                  <a:lnTo>
                    <a:pt x="1348" y="123"/>
                  </a:lnTo>
                  <a:lnTo>
                    <a:pt x="1383" y="92"/>
                  </a:lnTo>
                  <a:lnTo>
                    <a:pt x="1422" y="64"/>
                  </a:lnTo>
                  <a:lnTo>
                    <a:pt x="1463" y="42"/>
                  </a:lnTo>
                  <a:lnTo>
                    <a:pt x="1505" y="23"/>
                  </a:lnTo>
                  <a:lnTo>
                    <a:pt x="1550" y="11"/>
                  </a:lnTo>
                  <a:lnTo>
                    <a:pt x="1597" y="3"/>
                  </a:lnTo>
                  <a:lnTo>
                    <a:pt x="1645" y="0"/>
                  </a:lnTo>
                  <a:lnTo>
                    <a:pt x="1692" y="3"/>
                  </a:lnTo>
                  <a:lnTo>
                    <a:pt x="1738" y="11"/>
                  </a:lnTo>
                  <a:lnTo>
                    <a:pt x="1783" y="23"/>
                  </a:lnTo>
                  <a:lnTo>
                    <a:pt x="1826" y="42"/>
                  </a:lnTo>
                  <a:lnTo>
                    <a:pt x="1867" y="64"/>
                  </a:lnTo>
                  <a:lnTo>
                    <a:pt x="1905" y="92"/>
                  </a:lnTo>
                  <a:lnTo>
                    <a:pt x="1941" y="123"/>
                  </a:lnTo>
                  <a:lnTo>
                    <a:pt x="1965" y="143"/>
                  </a:lnTo>
                  <a:lnTo>
                    <a:pt x="1992" y="161"/>
                  </a:lnTo>
                  <a:lnTo>
                    <a:pt x="2020" y="172"/>
                  </a:lnTo>
                  <a:lnTo>
                    <a:pt x="2052" y="180"/>
                  </a:lnTo>
                  <a:lnTo>
                    <a:pt x="2083" y="182"/>
                  </a:lnTo>
                  <a:lnTo>
                    <a:pt x="2115" y="180"/>
                  </a:lnTo>
                  <a:lnTo>
                    <a:pt x="2145" y="172"/>
                  </a:lnTo>
                  <a:lnTo>
                    <a:pt x="2175" y="161"/>
                  </a:lnTo>
                  <a:lnTo>
                    <a:pt x="2201" y="143"/>
                  </a:lnTo>
                  <a:lnTo>
                    <a:pt x="2226" y="123"/>
                  </a:lnTo>
                  <a:lnTo>
                    <a:pt x="2243" y="109"/>
                  </a:lnTo>
                  <a:lnTo>
                    <a:pt x="2261" y="100"/>
                  </a:lnTo>
                  <a:lnTo>
                    <a:pt x="2282" y="94"/>
                  </a:lnTo>
                  <a:lnTo>
                    <a:pt x="2302" y="92"/>
                  </a:lnTo>
                  <a:lnTo>
                    <a:pt x="2323" y="94"/>
                  </a:lnTo>
                  <a:lnTo>
                    <a:pt x="2344" y="100"/>
                  </a:lnTo>
                  <a:lnTo>
                    <a:pt x="2362" y="109"/>
                  </a:lnTo>
                  <a:lnTo>
                    <a:pt x="2379" y="123"/>
                  </a:lnTo>
                  <a:lnTo>
                    <a:pt x="2394" y="140"/>
                  </a:lnTo>
                  <a:lnTo>
                    <a:pt x="2404" y="159"/>
                  </a:lnTo>
                  <a:lnTo>
                    <a:pt x="2410" y="179"/>
                  </a:lnTo>
                  <a:lnTo>
                    <a:pt x="2411" y="200"/>
                  </a:lnTo>
                  <a:lnTo>
                    <a:pt x="2410" y="221"/>
                  </a:lnTo>
                  <a:lnTo>
                    <a:pt x="2404" y="241"/>
                  </a:lnTo>
                  <a:lnTo>
                    <a:pt x="2394" y="260"/>
                  </a:lnTo>
                  <a:lnTo>
                    <a:pt x="2379" y="277"/>
                  </a:lnTo>
                  <a:lnTo>
                    <a:pt x="2344" y="309"/>
                  </a:lnTo>
                  <a:lnTo>
                    <a:pt x="2306" y="336"/>
                  </a:lnTo>
                  <a:lnTo>
                    <a:pt x="2264" y="359"/>
                  </a:lnTo>
                  <a:lnTo>
                    <a:pt x="2222" y="376"/>
                  </a:lnTo>
                  <a:lnTo>
                    <a:pt x="2177" y="390"/>
                  </a:lnTo>
                  <a:lnTo>
                    <a:pt x="2130" y="397"/>
                  </a:lnTo>
                  <a:lnTo>
                    <a:pt x="2083" y="400"/>
                  </a:lnTo>
                  <a:lnTo>
                    <a:pt x="2035" y="397"/>
                  </a:lnTo>
                  <a:lnTo>
                    <a:pt x="1990" y="390"/>
                  </a:lnTo>
                  <a:lnTo>
                    <a:pt x="1944" y="376"/>
                  </a:lnTo>
                  <a:lnTo>
                    <a:pt x="1901" y="359"/>
                  </a:lnTo>
                  <a:lnTo>
                    <a:pt x="1860" y="336"/>
                  </a:lnTo>
                  <a:lnTo>
                    <a:pt x="1822" y="309"/>
                  </a:lnTo>
                  <a:lnTo>
                    <a:pt x="1786" y="277"/>
                  </a:lnTo>
                  <a:lnTo>
                    <a:pt x="1763" y="256"/>
                  </a:lnTo>
                  <a:lnTo>
                    <a:pt x="1735" y="240"/>
                  </a:lnTo>
                  <a:lnTo>
                    <a:pt x="1707" y="228"/>
                  </a:lnTo>
                  <a:lnTo>
                    <a:pt x="1676" y="221"/>
                  </a:lnTo>
                  <a:lnTo>
                    <a:pt x="1645" y="218"/>
                  </a:lnTo>
                  <a:lnTo>
                    <a:pt x="1612" y="221"/>
                  </a:lnTo>
                  <a:lnTo>
                    <a:pt x="1582" y="228"/>
                  </a:lnTo>
                  <a:lnTo>
                    <a:pt x="1553" y="240"/>
                  </a:lnTo>
                  <a:lnTo>
                    <a:pt x="1526" y="256"/>
                  </a:lnTo>
                  <a:lnTo>
                    <a:pt x="1502" y="277"/>
                  </a:lnTo>
                  <a:lnTo>
                    <a:pt x="1467" y="309"/>
                  </a:lnTo>
                  <a:lnTo>
                    <a:pt x="1428" y="336"/>
                  </a:lnTo>
                  <a:lnTo>
                    <a:pt x="1387" y="359"/>
                  </a:lnTo>
                  <a:lnTo>
                    <a:pt x="1345" y="376"/>
                  </a:lnTo>
                  <a:lnTo>
                    <a:pt x="1299" y="390"/>
                  </a:lnTo>
                  <a:lnTo>
                    <a:pt x="1253" y="397"/>
                  </a:lnTo>
                  <a:lnTo>
                    <a:pt x="1205" y="400"/>
                  </a:lnTo>
                  <a:lnTo>
                    <a:pt x="1157" y="397"/>
                  </a:lnTo>
                  <a:lnTo>
                    <a:pt x="1112" y="390"/>
                  </a:lnTo>
                  <a:lnTo>
                    <a:pt x="1067" y="376"/>
                  </a:lnTo>
                  <a:lnTo>
                    <a:pt x="1024" y="359"/>
                  </a:lnTo>
                  <a:lnTo>
                    <a:pt x="982" y="336"/>
                  </a:lnTo>
                  <a:lnTo>
                    <a:pt x="945" y="309"/>
                  </a:lnTo>
                  <a:lnTo>
                    <a:pt x="909" y="277"/>
                  </a:lnTo>
                  <a:lnTo>
                    <a:pt x="885" y="256"/>
                  </a:lnTo>
                  <a:lnTo>
                    <a:pt x="858" y="240"/>
                  </a:lnTo>
                  <a:lnTo>
                    <a:pt x="829" y="228"/>
                  </a:lnTo>
                  <a:lnTo>
                    <a:pt x="798" y="221"/>
                  </a:lnTo>
                  <a:lnTo>
                    <a:pt x="767" y="218"/>
                  </a:lnTo>
                  <a:lnTo>
                    <a:pt x="735" y="221"/>
                  </a:lnTo>
                  <a:lnTo>
                    <a:pt x="705" y="228"/>
                  </a:lnTo>
                  <a:lnTo>
                    <a:pt x="675" y="240"/>
                  </a:lnTo>
                  <a:lnTo>
                    <a:pt x="649" y="256"/>
                  </a:lnTo>
                  <a:lnTo>
                    <a:pt x="624" y="277"/>
                  </a:lnTo>
                  <a:lnTo>
                    <a:pt x="590" y="307"/>
                  </a:lnTo>
                  <a:lnTo>
                    <a:pt x="554" y="334"/>
                  </a:lnTo>
                  <a:lnTo>
                    <a:pt x="515" y="356"/>
                  </a:lnTo>
                  <a:lnTo>
                    <a:pt x="476" y="373"/>
                  </a:lnTo>
                  <a:lnTo>
                    <a:pt x="434" y="386"/>
                  </a:lnTo>
                  <a:lnTo>
                    <a:pt x="392" y="395"/>
                  </a:lnTo>
                  <a:lnTo>
                    <a:pt x="350" y="399"/>
                  </a:lnTo>
                  <a:lnTo>
                    <a:pt x="306" y="399"/>
                  </a:lnTo>
                  <a:lnTo>
                    <a:pt x="263" y="395"/>
                  </a:lnTo>
                  <a:lnTo>
                    <a:pt x="221" y="386"/>
                  </a:lnTo>
                  <a:lnTo>
                    <a:pt x="180" y="373"/>
                  </a:lnTo>
                  <a:lnTo>
                    <a:pt x="140" y="356"/>
                  </a:lnTo>
                  <a:lnTo>
                    <a:pt x="101" y="334"/>
                  </a:lnTo>
                  <a:lnTo>
                    <a:pt x="66" y="307"/>
                  </a:lnTo>
                  <a:lnTo>
                    <a:pt x="31" y="277"/>
                  </a:lnTo>
                  <a:lnTo>
                    <a:pt x="18" y="260"/>
                  </a:lnTo>
                  <a:lnTo>
                    <a:pt x="8" y="241"/>
                  </a:lnTo>
                  <a:lnTo>
                    <a:pt x="2" y="221"/>
                  </a:lnTo>
                  <a:lnTo>
                    <a:pt x="0" y="200"/>
                  </a:lnTo>
                  <a:lnTo>
                    <a:pt x="2" y="179"/>
                  </a:lnTo>
                  <a:lnTo>
                    <a:pt x="8" y="159"/>
                  </a:lnTo>
                  <a:lnTo>
                    <a:pt x="18" y="140"/>
                  </a:lnTo>
                  <a:lnTo>
                    <a:pt x="31" y="123"/>
                  </a:lnTo>
                  <a:lnTo>
                    <a:pt x="48" y="109"/>
                  </a:lnTo>
                  <a:lnTo>
                    <a:pt x="68" y="100"/>
                  </a:lnTo>
                  <a:lnTo>
                    <a:pt x="87" y="94"/>
                  </a:lnTo>
                  <a:lnTo>
                    <a:pt x="108" y="92"/>
                  </a:lnTo>
                  <a:lnTo>
                    <a:pt x="129" y="94"/>
                  </a:lnTo>
                  <a:lnTo>
                    <a:pt x="149" y="100"/>
                  </a:lnTo>
                  <a:lnTo>
                    <a:pt x="168" y="109"/>
                  </a:lnTo>
                  <a:lnTo>
                    <a:pt x="186" y="123"/>
                  </a:lnTo>
                  <a:lnTo>
                    <a:pt x="209" y="143"/>
                  </a:lnTo>
                  <a:lnTo>
                    <a:pt x="237" y="161"/>
                  </a:lnTo>
                  <a:lnTo>
                    <a:pt x="265" y="172"/>
                  </a:lnTo>
                  <a:lnTo>
                    <a:pt x="296" y="180"/>
                  </a:lnTo>
                  <a:lnTo>
                    <a:pt x="328" y="182"/>
                  </a:lnTo>
                  <a:lnTo>
                    <a:pt x="360" y="180"/>
                  </a:lnTo>
                  <a:lnTo>
                    <a:pt x="390" y="172"/>
                  </a:lnTo>
                  <a:lnTo>
                    <a:pt x="419" y="161"/>
                  </a:lnTo>
                  <a:lnTo>
                    <a:pt x="446" y="143"/>
                  </a:lnTo>
                  <a:lnTo>
                    <a:pt x="471" y="123"/>
                  </a:lnTo>
                  <a:lnTo>
                    <a:pt x="505" y="92"/>
                  </a:lnTo>
                  <a:lnTo>
                    <a:pt x="544" y="64"/>
                  </a:lnTo>
                  <a:lnTo>
                    <a:pt x="585" y="42"/>
                  </a:lnTo>
                  <a:lnTo>
                    <a:pt x="628" y="23"/>
                  </a:lnTo>
                  <a:lnTo>
                    <a:pt x="673" y="11"/>
                  </a:lnTo>
                  <a:lnTo>
                    <a:pt x="719" y="3"/>
                  </a:lnTo>
                  <a:lnTo>
                    <a:pt x="7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50" name="Freeform 20"/>
            <p:cNvSpPr>
              <a:spLocks/>
            </p:cNvSpPr>
            <p:nvPr/>
          </p:nvSpPr>
          <p:spPr bwMode="auto">
            <a:xfrm>
              <a:off x="958851" y="1795463"/>
              <a:ext cx="166688" cy="28575"/>
            </a:xfrm>
            <a:custGeom>
              <a:avLst/>
              <a:gdLst>
                <a:gd name="T0" fmla="*/ 860 w 2411"/>
                <a:gd name="T1" fmla="*/ 10 h 400"/>
                <a:gd name="T2" fmla="*/ 990 w 2411"/>
                <a:gd name="T3" fmla="*/ 64 h 400"/>
                <a:gd name="T4" fmla="*/ 1087 w 2411"/>
                <a:gd name="T5" fmla="*/ 144 h 400"/>
                <a:gd name="T6" fmla="*/ 1174 w 2411"/>
                <a:gd name="T7" fmla="*/ 179 h 400"/>
                <a:gd name="T8" fmla="*/ 1268 w 2411"/>
                <a:gd name="T9" fmla="*/ 172 h 400"/>
                <a:gd name="T10" fmla="*/ 1348 w 2411"/>
                <a:gd name="T11" fmla="*/ 123 h 400"/>
                <a:gd name="T12" fmla="*/ 1463 w 2411"/>
                <a:gd name="T13" fmla="*/ 41 h 400"/>
                <a:gd name="T14" fmla="*/ 1597 w 2411"/>
                <a:gd name="T15" fmla="*/ 2 h 400"/>
                <a:gd name="T16" fmla="*/ 1738 w 2411"/>
                <a:gd name="T17" fmla="*/ 10 h 400"/>
                <a:gd name="T18" fmla="*/ 1867 w 2411"/>
                <a:gd name="T19" fmla="*/ 64 h 400"/>
                <a:gd name="T20" fmla="*/ 1965 w 2411"/>
                <a:gd name="T21" fmla="*/ 144 h 400"/>
                <a:gd name="T22" fmla="*/ 2052 w 2411"/>
                <a:gd name="T23" fmla="*/ 179 h 400"/>
                <a:gd name="T24" fmla="*/ 2145 w 2411"/>
                <a:gd name="T25" fmla="*/ 172 h 400"/>
                <a:gd name="T26" fmla="*/ 2226 w 2411"/>
                <a:gd name="T27" fmla="*/ 123 h 400"/>
                <a:gd name="T28" fmla="*/ 2282 w 2411"/>
                <a:gd name="T29" fmla="*/ 93 h 400"/>
                <a:gd name="T30" fmla="*/ 2344 w 2411"/>
                <a:gd name="T31" fmla="*/ 99 h 400"/>
                <a:gd name="T32" fmla="*/ 2394 w 2411"/>
                <a:gd name="T33" fmla="*/ 139 h 400"/>
                <a:gd name="T34" fmla="*/ 2411 w 2411"/>
                <a:gd name="T35" fmla="*/ 199 h 400"/>
                <a:gd name="T36" fmla="*/ 2394 w 2411"/>
                <a:gd name="T37" fmla="*/ 260 h 400"/>
                <a:gd name="T38" fmla="*/ 2306 w 2411"/>
                <a:gd name="T39" fmla="*/ 336 h 400"/>
                <a:gd name="T40" fmla="*/ 2177 w 2411"/>
                <a:gd name="T41" fmla="*/ 389 h 400"/>
                <a:gd name="T42" fmla="*/ 2035 w 2411"/>
                <a:gd name="T43" fmla="*/ 397 h 400"/>
                <a:gd name="T44" fmla="*/ 1901 w 2411"/>
                <a:gd name="T45" fmla="*/ 358 h 400"/>
                <a:gd name="T46" fmla="*/ 1786 w 2411"/>
                <a:gd name="T47" fmla="*/ 277 h 400"/>
                <a:gd name="T48" fmla="*/ 1707 w 2411"/>
                <a:gd name="T49" fmla="*/ 228 h 400"/>
                <a:gd name="T50" fmla="*/ 1612 w 2411"/>
                <a:gd name="T51" fmla="*/ 220 h 400"/>
                <a:gd name="T52" fmla="*/ 1526 w 2411"/>
                <a:gd name="T53" fmla="*/ 255 h 400"/>
                <a:gd name="T54" fmla="*/ 1428 w 2411"/>
                <a:gd name="T55" fmla="*/ 336 h 400"/>
                <a:gd name="T56" fmla="*/ 1299 w 2411"/>
                <a:gd name="T57" fmla="*/ 389 h 400"/>
                <a:gd name="T58" fmla="*/ 1157 w 2411"/>
                <a:gd name="T59" fmla="*/ 397 h 400"/>
                <a:gd name="T60" fmla="*/ 1024 w 2411"/>
                <a:gd name="T61" fmla="*/ 358 h 400"/>
                <a:gd name="T62" fmla="*/ 909 w 2411"/>
                <a:gd name="T63" fmla="*/ 277 h 400"/>
                <a:gd name="T64" fmla="*/ 829 w 2411"/>
                <a:gd name="T65" fmla="*/ 228 h 400"/>
                <a:gd name="T66" fmla="*/ 735 w 2411"/>
                <a:gd name="T67" fmla="*/ 220 h 400"/>
                <a:gd name="T68" fmla="*/ 649 w 2411"/>
                <a:gd name="T69" fmla="*/ 255 h 400"/>
                <a:gd name="T70" fmla="*/ 554 w 2411"/>
                <a:gd name="T71" fmla="*/ 334 h 400"/>
                <a:gd name="T72" fmla="*/ 434 w 2411"/>
                <a:gd name="T73" fmla="*/ 386 h 400"/>
                <a:gd name="T74" fmla="*/ 306 w 2411"/>
                <a:gd name="T75" fmla="*/ 399 h 400"/>
                <a:gd name="T76" fmla="*/ 180 w 2411"/>
                <a:gd name="T77" fmla="*/ 372 h 400"/>
                <a:gd name="T78" fmla="*/ 66 w 2411"/>
                <a:gd name="T79" fmla="*/ 307 h 400"/>
                <a:gd name="T80" fmla="*/ 8 w 2411"/>
                <a:gd name="T81" fmla="*/ 240 h 400"/>
                <a:gd name="T82" fmla="*/ 2 w 2411"/>
                <a:gd name="T83" fmla="*/ 179 h 400"/>
                <a:gd name="T84" fmla="*/ 31 w 2411"/>
                <a:gd name="T85" fmla="*/ 123 h 400"/>
                <a:gd name="T86" fmla="*/ 87 w 2411"/>
                <a:gd name="T87" fmla="*/ 93 h 400"/>
                <a:gd name="T88" fmla="*/ 149 w 2411"/>
                <a:gd name="T89" fmla="*/ 99 h 400"/>
                <a:gd name="T90" fmla="*/ 209 w 2411"/>
                <a:gd name="T91" fmla="*/ 144 h 400"/>
                <a:gd name="T92" fmla="*/ 296 w 2411"/>
                <a:gd name="T93" fmla="*/ 179 h 400"/>
                <a:gd name="T94" fmla="*/ 390 w 2411"/>
                <a:gd name="T95" fmla="*/ 172 h 400"/>
                <a:gd name="T96" fmla="*/ 471 w 2411"/>
                <a:gd name="T97" fmla="*/ 123 h 400"/>
                <a:gd name="T98" fmla="*/ 585 w 2411"/>
                <a:gd name="T99" fmla="*/ 41 h 400"/>
                <a:gd name="T100" fmla="*/ 719 w 2411"/>
                <a:gd name="T101" fmla="*/ 2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11" h="400">
                  <a:moveTo>
                    <a:pt x="767" y="0"/>
                  </a:moveTo>
                  <a:lnTo>
                    <a:pt x="815" y="2"/>
                  </a:lnTo>
                  <a:lnTo>
                    <a:pt x="860" y="10"/>
                  </a:lnTo>
                  <a:lnTo>
                    <a:pt x="905" y="23"/>
                  </a:lnTo>
                  <a:lnTo>
                    <a:pt x="949" y="41"/>
                  </a:lnTo>
                  <a:lnTo>
                    <a:pt x="990" y="64"/>
                  </a:lnTo>
                  <a:lnTo>
                    <a:pt x="1027" y="91"/>
                  </a:lnTo>
                  <a:lnTo>
                    <a:pt x="1063" y="123"/>
                  </a:lnTo>
                  <a:lnTo>
                    <a:pt x="1087" y="144"/>
                  </a:lnTo>
                  <a:lnTo>
                    <a:pt x="1114" y="160"/>
                  </a:lnTo>
                  <a:lnTo>
                    <a:pt x="1143" y="172"/>
                  </a:lnTo>
                  <a:lnTo>
                    <a:pt x="1174" y="179"/>
                  </a:lnTo>
                  <a:lnTo>
                    <a:pt x="1205" y="181"/>
                  </a:lnTo>
                  <a:lnTo>
                    <a:pt x="1237" y="179"/>
                  </a:lnTo>
                  <a:lnTo>
                    <a:pt x="1268" y="172"/>
                  </a:lnTo>
                  <a:lnTo>
                    <a:pt x="1297" y="160"/>
                  </a:lnTo>
                  <a:lnTo>
                    <a:pt x="1323" y="144"/>
                  </a:lnTo>
                  <a:lnTo>
                    <a:pt x="1348" y="123"/>
                  </a:lnTo>
                  <a:lnTo>
                    <a:pt x="1383" y="91"/>
                  </a:lnTo>
                  <a:lnTo>
                    <a:pt x="1422" y="64"/>
                  </a:lnTo>
                  <a:lnTo>
                    <a:pt x="1463" y="41"/>
                  </a:lnTo>
                  <a:lnTo>
                    <a:pt x="1505" y="23"/>
                  </a:lnTo>
                  <a:lnTo>
                    <a:pt x="1550" y="10"/>
                  </a:lnTo>
                  <a:lnTo>
                    <a:pt x="1597" y="2"/>
                  </a:lnTo>
                  <a:lnTo>
                    <a:pt x="1645" y="0"/>
                  </a:lnTo>
                  <a:lnTo>
                    <a:pt x="1692" y="2"/>
                  </a:lnTo>
                  <a:lnTo>
                    <a:pt x="1738" y="10"/>
                  </a:lnTo>
                  <a:lnTo>
                    <a:pt x="1783" y="23"/>
                  </a:lnTo>
                  <a:lnTo>
                    <a:pt x="1826" y="41"/>
                  </a:lnTo>
                  <a:lnTo>
                    <a:pt x="1867" y="64"/>
                  </a:lnTo>
                  <a:lnTo>
                    <a:pt x="1905" y="91"/>
                  </a:lnTo>
                  <a:lnTo>
                    <a:pt x="1941" y="123"/>
                  </a:lnTo>
                  <a:lnTo>
                    <a:pt x="1965" y="144"/>
                  </a:lnTo>
                  <a:lnTo>
                    <a:pt x="1992" y="160"/>
                  </a:lnTo>
                  <a:lnTo>
                    <a:pt x="2020" y="172"/>
                  </a:lnTo>
                  <a:lnTo>
                    <a:pt x="2052" y="179"/>
                  </a:lnTo>
                  <a:lnTo>
                    <a:pt x="2083" y="181"/>
                  </a:lnTo>
                  <a:lnTo>
                    <a:pt x="2115" y="179"/>
                  </a:lnTo>
                  <a:lnTo>
                    <a:pt x="2145" y="172"/>
                  </a:lnTo>
                  <a:lnTo>
                    <a:pt x="2175" y="160"/>
                  </a:lnTo>
                  <a:lnTo>
                    <a:pt x="2201" y="144"/>
                  </a:lnTo>
                  <a:lnTo>
                    <a:pt x="2226" y="123"/>
                  </a:lnTo>
                  <a:lnTo>
                    <a:pt x="2243" y="109"/>
                  </a:lnTo>
                  <a:lnTo>
                    <a:pt x="2261" y="99"/>
                  </a:lnTo>
                  <a:lnTo>
                    <a:pt x="2282" y="93"/>
                  </a:lnTo>
                  <a:lnTo>
                    <a:pt x="2302" y="91"/>
                  </a:lnTo>
                  <a:lnTo>
                    <a:pt x="2323" y="93"/>
                  </a:lnTo>
                  <a:lnTo>
                    <a:pt x="2344" y="99"/>
                  </a:lnTo>
                  <a:lnTo>
                    <a:pt x="2362" y="109"/>
                  </a:lnTo>
                  <a:lnTo>
                    <a:pt x="2379" y="123"/>
                  </a:lnTo>
                  <a:lnTo>
                    <a:pt x="2394" y="139"/>
                  </a:lnTo>
                  <a:lnTo>
                    <a:pt x="2404" y="159"/>
                  </a:lnTo>
                  <a:lnTo>
                    <a:pt x="2410" y="179"/>
                  </a:lnTo>
                  <a:lnTo>
                    <a:pt x="2411" y="199"/>
                  </a:lnTo>
                  <a:lnTo>
                    <a:pt x="2410" y="221"/>
                  </a:lnTo>
                  <a:lnTo>
                    <a:pt x="2404" y="240"/>
                  </a:lnTo>
                  <a:lnTo>
                    <a:pt x="2394" y="260"/>
                  </a:lnTo>
                  <a:lnTo>
                    <a:pt x="2379" y="277"/>
                  </a:lnTo>
                  <a:lnTo>
                    <a:pt x="2344" y="308"/>
                  </a:lnTo>
                  <a:lnTo>
                    <a:pt x="2306" y="336"/>
                  </a:lnTo>
                  <a:lnTo>
                    <a:pt x="2264" y="358"/>
                  </a:lnTo>
                  <a:lnTo>
                    <a:pt x="2222" y="377"/>
                  </a:lnTo>
                  <a:lnTo>
                    <a:pt x="2177" y="389"/>
                  </a:lnTo>
                  <a:lnTo>
                    <a:pt x="2131" y="397"/>
                  </a:lnTo>
                  <a:lnTo>
                    <a:pt x="2083" y="400"/>
                  </a:lnTo>
                  <a:lnTo>
                    <a:pt x="2035" y="397"/>
                  </a:lnTo>
                  <a:lnTo>
                    <a:pt x="1990" y="389"/>
                  </a:lnTo>
                  <a:lnTo>
                    <a:pt x="1944" y="377"/>
                  </a:lnTo>
                  <a:lnTo>
                    <a:pt x="1901" y="358"/>
                  </a:lnTo>
                  <a:lnTo>
                    <a:pt x="1860" y="336"/>
                  </a:lnTo>
                  <a:lnTo>
                    <a:pt x="1822" y="308"/>
                  </a:lnTo>
                  <a:lnTo>
                    <a:pt x="1786" y="277"/>
                  </a:lnTo>
                  <a:lnTo>
                    <a:pt x="1763" y="255"/>
                  </a:lnTo>
                  <a:lnTo>
                    <a:pt x="1735" y="239"/>
                  </a:lnTo>
                  <a:lnTo>
                    <a:pt x="1707" y="228"/>
                  </a:lnTo>
                  <a:lnTo>
                    <a:pt x="1676" y="220"/>
                  </a:lnTo>
                  <a:lnTo>
                    <a:pt x="1645" y="218"/>
                  </a:lnTo>
                  <a:lnTo>
                    <a:pt x="1612" y="220"/>
                  </a:lnTo>
                  <a:lnTo>
                    <a:pt x="1582" y="228"/>
                  </a:lnTo>
                  <a:lnTo>
                    <a:pt x="1553" y="239"/>
                  </a:lnTo>
                  <a:lnTo>
                    <a:pt x="1526" y="255"/>
                  </a:lnTo>
                  <a:lnTo>
                    <a:pt x="1502" y="277"/>
                  </a:lnTo>
                  <a:lnTo>
                    <a:pt x="1467" y="308"/>
                  </a:lnTo>
                  <a:lnTo>
                    <a:pt x="1428" y="336"/>
                  </a:lnTo>
                  <a:lnTo>
                    <a:pt x="1387" y="358"/>
                  </a:lnTo>
                  <a:lnTo>
                    <a:pt x="1345" y="377"/>
                  </a:lnTo>
                  <a:lnTo>
                    <a:pt x="1299" y="389"/>
                  </a:lnTo>
                  <a:lnTo>
                    <a:pt x="1253" y="397"/>
                  </a:lnTo>
                  <a:lnTo>
                    <a:pt x="1205" y="400"/>
                  </a:lnTo>
                  <a:lnTo>
                    <a:pt x="1157" y="397"/>
                  </a:lnTo>
                  <a:lnTo>
                    <a:pt x="1112" y="389"/>
                  </a:lnTo>
                  <a:lnTo>
                    <a:pt x="1067" y="377"/>
                  </a:lnTo>
                  <a:lnTo>
                    <a:pt x="1024" y="358"/>
                  </a:lnTo>
                  <a:lnTo>
                    <a:pt x="982" y="336"/>
                  </a:lnTo>
                  <a:lnTo>
                    <a:pt x="945" y="308"/>
                  </a:lnTo>
                  <a:lnTo>
                    <a:pt x="909" y="277"/>
                  </a:lnTo>
                  <a:lnTo>
                    <a:pt x="885" y="255"/>
                  </a:lnTo>
                  <a:lnTo>
                    <a:pt x="858" y="239"/>
                  </a:lnTo>
                  <a:lnTo>
                    <a:pt x="829" y="228"/>
                  </a:lnTo>
                  <a:lnTo>
                    <a:pt x="798" y="220"/>
                  </a:lnTo>
                  <a:lnTo>
                    <a:pt x="767" y="218"/>
                  </a:lnTo>
                  <a:lnTo>
                    <a:pt x="735" y="220"/>
                  </a:lnTo>
                  <a:lnTo>
                    <a:pt x="705" y="228"/>
                  </a:lnTo>
                  <a:lnTo>
                    <a:pt x="675" y="239"/>
                  </a:lnTo>
                  <a:lnTo>
                    <a:pt x="649" y="255"/>
                  </a:lnTo>
                  <a:lnTo>
                    <a:pt x="624" y="277"/>
                  </a:lnTo>
                  <a:lnTo>
                    <a:pt x="590" y="307"/>
                  </a:lnTo>
                  <a:lnTo>
                    <a:pt x="554" y="334"/>
                  </a:lnTo>
                  <a:lnTo>
                    <a:pt x="515" y="355"/>
                  </a:lnTo>
                  <a:lnTo>
                    <a:pt x="476" y="372"/>
                  </a:lnTo>
                  <a:lnTo>
                    <a:pt x="434" y="386"/>
                  </a:lnTo>
                  <a:lnTo>
                    <a:pt x="392" y="395"/>
                  </a:lnTo>
                  <a:lnTo>
                    <a:pt x="350" y="399"/>
                  </a:lnTo>
                  <a:lnTo>
                    <a:pt x="306" y="399"/>
                  </a:lnTo>
                  <a:lnTo>
                    <a:pt x="263" y="395"/>
                  </a:lnTo>
                  <a:lnTo>
                    <a:pt x="221" y="386"/>
                  </a:lnTo>
                  <a:lnTo>
                    <a:pt x="180" y="372"/>
                  </a:lnTo>
                  <a:lnTo>
                    <a:pt x="140" y="355"/>
                  </a:lnTo>
                  <a:lnTo>
                    <a:pt x="101" y="334"/>
                  </a:lnTo>
                  <a:lnTo>
                    <a:pt x="66" y="307"/>
                  </a:lnTo>
                  <a:lnTo>
                    <a:pt x="31" y="277"/>
                  </a:lnTo>
                  <a:lnTo>
                    <a:pt x="18" y="260"/>
                  </a:lnTo>
                  <a:lnTo>
                    <a:pt x="8" y="240"/>
                  </a:lnTo>
                  <a:lnTo>
                    <a:pt x="2" y="221"/>
                  </a:lnTo>
                  <a:lnTo>
                    <a:pt x="0" y="199"/>
                  </a:lnTo>
                  <a:lnTo>
                    <a:pt x="2" y="179"/>
                  </a:lnTo>
                  <a:lnTo>
                    <a:pt x="8" y="159"/>
                  </a:lnTo>
                  <a:lnTo>
                    <a:pt x="18" y="139"/>
                  </a:lnTo>
                  <a:lnTo>
                    <a:pt x="31" y="123"/>
                  </a:lnTo>
                  <a:lnTo>
                    <a:pt x="48" y="109"/>
                  </a:lnTo>
                  <a:lnTo>
                    <a:pt x="68" y="99"/>
                  </a:lnTo>
                  <a:lnTo>
                    <a:pt x="87" y="93"/>
                  </a:lnTo>
                  <a:lnTo>
                    <a:pt x="108" y="91"/>
                  </a:lnTo>
                  <a:lnTo>
                    <a:pt x="129" y="93"/>
                  </a:lnTo>
                  <a:lnTo>
                    <a:pt x="149" y="99"/>
                  </a:lnTo>
                  <a:lnTo>
                    <a:pt x="168" y="109"/>
                  </a:lnTo>
                  <a:lnTo>
                    <a:pt x="186" y="123"/>
                  </a:lnTo>
                  <a:lnTo>
                    <a:pt x="209" y="144"/>
                  </a:lnTo>
                  <a:lnTo>
                    <a:pt x="237" y="160"/>
                  </a:lnTo>
                  <a:lnTo>
                    <a:pt x="265" y="172"/>
                  </a:lnTo>
                  <a:lnTo>
                    <a:pt x="296" y="179"/>
                  </a:lnTo>
                  <a:lnTo>
                    <a:pt x="328" y="181"/>
                  </a:lnTo>
                  <a:lnTo>
                    <a:pt x="360" y="179"/>
                  </a:lnTo>
                  <a:lnTo>
                    <a:pt x="390" y="172"/>
                  </a:lnTo>
                  <a:lnTo>
                    <a:pt x="419" y="160"/>
                  </a:lnTo>
                  <a:lnTo>
                    <a:pt x="446" y="144"/>
                  </a:lnTo>
                  <a:lnTo>
                    <a:pt x="471" y="123"/>
                  </a:lnTo>
                  <a:lnTo>
                    <a:pt x="505" y="91"/>
                  </a:lnTo>
                  <a:lnTo>
                    <a:pt x="544" y="64"/>
                  </a:lnTo>
                  <a:lnTo>
                    <a:pt x="585" y="41"/>
                  </a:lnTo>
                  <a:lnTo>
                    <a:pt x="628" y="23"/>
                  </a:lnTo>
                  <a:lnTo>
                    <a:pt x="673" y="10"/>
                  </a:lnTo>
                  <a:lnTo>
                    <a:pt x="719" y="2"/>
                  </a:lnTo>
                  <a:lnTo>
                    <a:pt x="7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51" name="Freeform 21"/>
            <p:cNvSpPr>
              <a:spLocks/>
            </p:cNvSpPr>
            <p:nvPr/>
          </p:nvSpPr>
          <p:spPr bwMode="auto">
            <a:xfrm>
              <a:off x="900113" y="1649413"/>
              <a:ext cx="119063" cy="206375"/>
            </a:xfrm>
            <a:custGeom>
              <a:avLst/>
              <a:gdLst>
                <a:gd name="T0" fmla="*/ 924 w 1736"/>
                <a:gd name="T1" fmla="*/ 11 h 2975"/>
                <a:gd name="T2" fmla="*/ 1055 w 1736"/>
                <a:gd name="T3" fmla="*/ 66 h 2975"/>
                <a:gd name="T4" fmla="*/ 1127 w 1736"/>
                <a:gd name="T5" fmla="*/ 133 h 2975"/>
                <a:gd name="T6" fmla="*/ 1151 w 1736"/>
                <a:gd name="T7" fmla="*/ 203 h 2975"/>
                <a:gd name="T8" fmla="*/ 1140 w 1736"/>
                <a:gd name="T9" fmla="*/ 276 h 2975"/>
                <a:gd name="T10" fmla="*/ 1620 w 1736"/>
                <a:gd name="T11" fmla="*/ 453 h 2975"/>
                <a:gd name="T12" fmla="*/ 1688 w 1736"/>
                <a:gd name="T13" fmla="*/ 470 h 2975"/>
                <a:gd name="T14" fmla="*/ 1731 w 1736"/>
                <a:gd name="T15" fmla="*/ 525 h 2975"/>
                <a:gd name="T16" fmla="*/ 1730 w 1736"/>
                <a:gd name="T17" fmla="*/ 596 h 2975"/>
                <a:gd name="T18" fmla="*/ 1686 w 1736"/>
                <a:gd name="T19" fmla="*/ 649 h 2975"/>
                <a:gd name="T20" fmla="*/ 1189 w 1736"/>
                <a:gd name="T21" fmla="*/ 708 h 2975"/>
                <a:gd name="T22" fmla="*/ 1125 w 1736"/>
                <a:gd name="T23" fmla="*/ 692 h 2975"/>
                <a:gd name="T24" fmla="*/ 830 w 1736"/>
                <a:gd name="T25" fmla="*/ 283 h 2975"/>
                <a:gd name="T26" fmla="*/ 995 w 1736"/>
                <a:gd name="T27" fmla="*/ 961 h 2975"/>
                <a:gd name="T28" fmla="*/ 1037 w 1736"/>
                <a:gd name="T29" fmla="*/ 1011 h 2975"/>
                <a:gd name="T30" fmla="*/ 1048 w 1736"/>
                <a:gd name="T31" fmla="*/ 1074 h 2975"/>
                <a:gd name="T32" fmla="*/ 1028 w 1736"/>
                <a:gd name="T33" fmla="*/ 1135 h 2975"/>
                <a:gd name="T34" fmla="*/ 589 w 1736"/>
                <a:gd name="T35" fmla="*/ 1599 h 2975"/>
                <a:gd name="T36" fmla="*/ 946 w 1736"/>
                <a:gd name="T37" fmla="*/ 1605 h 2975"/>
                <a:gd name="T38" fmla="*/ 1006 w 1736"/>
                <a:gd name="T39" fmla="*/ 1644 h 2975"/>
                <a:gd name="T40" fmla="*/ 1031 w 1736"/>
                <a:gd name="T41" fmla="*/ 1712 h 2975"/>
                <a:gd name="T42" fmla="*/ 1006 w 1736"/>
                <a:gd name="T43" fmla="*/ 1780 h 2975"/>
                <a:gd name="T44" fmla="*/ 946 w 1736"/>
                <a:gd name="T45" fmla="*/ 1818 h 2975"/>
                <a:gd name="T46" fmla="*/ 218 w 1736"/>
                <a:gd name="T47" fmla="*/ 2115 h 2975"/>
                <a:gd name="T48" fmla="*/ 586 w 1736"/>
                <a:gd name="T49" fmla="*/ 2126 h 2975"/>
                <a:gd name="T50" fmla="*/ 609 w 1736"/>
                <a:gd name="T51" fmla="*/ 2172 h 2975"/>
                <a:gd name="T52" fmla="*/ 598 w 1736"/>
                <a:gd name="T53" fmla="*/ 2951 h 2975"/>
                <a:gd name="T54" fmla="*/ 552 w 1736"/>
                <a:gd name="T55" fmla="*/ 2975 h 2975"/>
                <a:gd name="T56" fmla="*/ 22 w 1736"/>
                <a:gd name="T57" fmla="*/ 2964 h 2975"/>
                <a:gd name="T58" fmla="*/ 0 w 1736"/>
                <a:gd name="T59" fmla="*/ 2918 h 2975"/>
                <a:gd name="T60" fmla="*/ 10 w 1736"/>
                <a:gd name="T61" fmla="*/ 1664 h 2975"/>
                <a:gd name="T62" fmla="*/ 61 w 1736"/>
                <a:gd name="T63" fmla="*/ 1613 h 2975"/>
                <a:gd name="T64" fmla="*/ 416 w 1736"/>
                <a:gd name="T65" fmla="*/ 1603 h 2975"/>
                <a:gd name="T66" fmla="*/ 384 w 1736"/>
                <a:gd name="T67" fmla="*/ 1559 h 2975"/>
                <a:gd name="T68" fmla="*/ 375 w 1736"/>
                <a:gd name="T69" fmla="*/ 1487 h 2975"/>
                <a:gd name="T70" fmla="*/ 408 w 1736"/>
                <a:gd name="T71" fmla="*/ 1421 h 2975"/>
                <a:gd name="T72" fmla="*/ 391 w 1736"/>
                <a:gd name="T73" fmla="*/ 842 h 2975"/>
                <a:gd name="T74" fmla="*/ 334 w 1736"/>
                <a:gd name="T75" fmla="*/ 799 h 2975"/>
                <a:gd name="T76" fmla="*/ 296 w 1736"/>
                <a:gd name="T77" fmla="*/ 756 h 2975"/>
                <a:gd name="T78" fmla="*/ 268 w 1736"/>
                <a:gd name="T79" fmla="*/ 683 h 2975"/>
                <a:gd name="T80" fmla="*/ 258 w 1736"/>
                <a:gd name="T81" fmla="*/ 578 h 2975"/>
                <a:gd name="T82" fmla="*/ 290 w 1736"/>
                <a:gd name="T83" fmla="*/ 479 h 2975"/>
                <a:gd name="T84" fmla="*/ 528 w 1736"/>
                <a:gd name="T85" fmla="*/ 140 h 2975"/>
                <a:gd name="T86" fmla="*/ 624 w 1736"/>
                <a:gd name="T87" fmla="*/ 59 h 2975"/>
                <a:gd name="T88" fmla="*/ 740 w 1736"/>
                <a:gd name="T89" fmla="*/ 12 h 2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36" h="2975">
                  <a:moveTo>
                    <a:pt x="829" y="0"/>
                  </a:moveTo>
                  <a:lnTo>
                    <a:pt x="877" y="3"/>
                  </a:lnTo>
                  <a:lnTo>
                    <a:pt x="924" y="11"/>
                  </a:lnTo>
                  <a:lnTo>
                    <a:pt x="970" y="24"/>
                  </a:lnTo>
                  <a:lnTo>
                    <a:pt x="1013" y="42"/>
                  </a:lnTo>
                  <a:lnTo>
                    <a:pt x="1055" y="66"/>
                  </a:lnTo>
                  <a:lnTo>
                    <a:pt x="1094" y="94"/>
                  </a:lnTo>
                  <a:lnTo>
                    <a:pt x="1112" y="112"/>
                  </a:lnTo>
                  <a:lnTo>
                    <a:pt x="1127" y="133"/>
                  </a:lnTo>
                  <a:lnTo>
                    <a:pt x="1139" y="155"/>
                  </a:lnTo>
                  <a:lnTo>
                    <a:pt x="1147" y="179"/>
                  </a:lnTo>
                  <a:lnTo>
                    <a:pt x="1151" y="203"/>
                  </a:lnTo>
                  <a:lnTo>
                    <a:pt x="1151" y="227"/>
                  </a:lnTo>
                  <a:lnTo>
                    <a:pt x="1147" y="252"/>
                  </a:lnTo>
                  <a:lnTo>
                    <a:pt x="1140" y="276"/>
                  </a:lnTo>
                  <a:lnTo>
                    <a:pt x="978" y="126"/>
                  </a:lnTo>
                  <a:lnTo>
                    <a:pt x="1231" y="490"/>
                  </a:lnTo>
                  <a:lnTo>
                    <a:pt x="1620" y="453"/>
                  </a:lnTo>
                  <a:lnTo>
                    <a:pt x="1644" y="453"/>
                  </a:lnTo>
                  <a:lnTo>
                    <a:pt x="1668" y="459"/>
                  </a:lnTo>
                  <a:lnTo>
                    <a:pt x="1688" y="470"/>
                  </a:lnTo>
                  <a:lnTo>
                    <a:pt x="1706" y="485"/>
                  </a:lnTo>
                  <a:lnTo>
                    <a:pt x="1721" y="503"/>
                  </a:lnTo>
                  <a:lnTo>
                    <a:pt x="1731" y="525"/>
                  </a:lnTo>
                  <a:lnTo>
                    <a:pt x="1736" y="548"/>
                  </a:lnTo>
                  <a:lnTo>
                    <a:pt x="1735" y="572"/>
                  </a:lnTo>
                  <a:lnTo>
                    <a:pt x="1730" y="596"/>
                  </a:lnTo>
                  <a:lnTo>
                    <a:pt x="1718" y="616"/>
                  </a:lnTo>
                  <a:lnTo>
                    <a:pt x="1704" y="634"/>
                  </a:lnTo>
                  <a:lnTo>
                    <a:pt x="1686" y="649"/>
                  </a:lnTo>
                  <a:lnTo>
                    <a:pt x="1665" y="659"/>
                  </a:lnTo>
                  <a:lnTo>
                    <a:pt x="1640" y="664"/>
                  </a:lnTo>
                  <a:lnTo>
                    <a:pt x="1189" y="708"/>
                  </a:lnTo>
                  <a:lnTo>
                    <a:pt x="1167" y="707"/>
                  </a:lnTo>
                  <a:lnTo>
                    <a:pt x="1145" y="702"/>
                  </a:lnTo>
                  <a:lnTo>
                    <a:pt x="1125" y="692"/>
                  </a:lnTo>
                  <a:lnTo>
                    <a:pt x="1107" y="679"/>
                  </a:lnTo>
                  <a:lnTo>
                    <a:pt x="1092" y="662"/>
                  </a:lnTo>
                  <a:lnTo>
                    <a:pt x="830" y="283"/>
                  </a:lnTo>
                  <a:lnTo>
                    <a:pt x="929" y="540"/>
                  </a:lnTo>
                  <a:lnTo>
                    <a:pt x="734" y="776"/>
                  </a:lnTo>
                  <a:lnTo>
                    <a:pt x="995" y="961"/>
                  </a:lnTo>
                  <a:lnTo>
                    <a:pt x="1012" y="975"/>
                  </a:lnTo>
                  <a:lnTo>
                    <a:pt x="1026" y="992"/>
                  </a:lnTo>
                  <a:lnTo>
                    <a:pt x="1037" y="1011"/>
                  </a:lnTo>
                  <a:lnTo>
                    <a:pt x="1044" y="1031"/>
                  </a:lnTo>
                  <a:lnTo>
                    <a:pt x="1048" y="1053"/>
                  </a:lnTo>
                  <a:lnTo>
                    <a:pt x="1048" y="1074"/>
                  </a:lnTo>
                  <a:lnTo>
                    <a:pt x="1045" y="1095"/>
                  </a:lnTo>
                  <a:lnTo>
                    <a:pt x="1038" y="1117"/>
                  </a:lnTo>
                  <a:lnTo>
                    <a:pt x="1028" y="1135"/>
                  </a:lnTo>
                  <a:lnTo>
                    <a:pt x="1013" y="1152"/>
                  </a:lnTo>
                  <a:lnTo>
                    <a:pt x="593" y="1596"/>
                  </a:lnTo>
                  <a:lnTo>
                    <a:pt x="589" y="1599"/>
                  </a:lnTo>
                  <a:lnTo>
                    <a:pt x="585" y="1603"/>
                  </a:lnTo>
                  <a:lnTo>
                    <a:pt x="922" y="1603"/>
                  </a:lnTo>
                  <a:lnTo>
                    <a:pt x="946" y="1605"/>
                  </a:lnTo>
                  <a:lnTo>
                    <a:pt x="970" y="1613"/>
                  </a:lnTo>
                  <a:lnTo>
                    <a:pt x="990" y="1627"/>
                  </a:lnTo>
                  <a:lnTo>
                    <a:pt x="1006" y="1644"/>
                  </a:lnTo>
                  <a:lnTo>
                    <a:pt x="1019" y="1664"/>
                  </a:lnTo>
                  <a:lnTo>
                    <a:pt x="1028" y="1687"/>
                  </a:lnTo>
                  <a:lnTo>
                    <a:pt x="1031" y="1712"/>
                  </a:lnTo>
                  <a:lnTo>
                    <a:pt x="1028" y="1736"/>
                  </a:lnTo>
                  <a:lnTo>
                    <a:pt x="1019" y="1760"/>
                  </a:lnTo>
                  <a:lnTo>
                    <a:pt x="1006" y="1780"/>
                  </a:lnTo>
                  <a:lnTo>
                    <a:pt x="990" y="1796"/>
                  </a:lnTo>
                  <a:lnTo>
                    <a:pt x="970" y="1810"/>
                  </a:lnTo>
                  <a:lnTo>
                    <a:pt x="946" y="1818"/>
                  </a:lnTo>
                  <a:lnTo>
                    <a:pt x="922" y="1821"/>
                  </a:lnTo>
                  <a:lnTo>
                    <a:pt x="218" y="1821"/>
                  </a:lnTo>
                  <a:lnTo>
                    <a:pt x="218" y="2115"/>
                  </a:lnTo>
                  <a:lnTo>
                    <a:pt x="552" y="2115"/>
                  </a:lnTo>
                  <a:lnTo>
                    <a:pt x="571" y="2118"/>
                  </a:lnTo>
                  <a:lnTo>
                    <a:pt x="586" y="2126"/>
                  </a:lnTo>
                  <a:lnTo>
                    <a:pt x="598" y="2138"/>
                  </a:lnTo>
                  <a:lnTo>
                    <a:pt x="606" y="2154"/>
                  </a:lnTo>
                  <a:lnTo>
                    <a:pt x="609" y="2172"/>
                  </a:lnTo>
                  <a:lnTo>
                    <a:pt x="609" y="2918"/>
                  </a:lnTo>
                  <a:lnTo>
                    <a:pt x="606" y="2936"/>
                  </a:lnTo>
                  <a:lnTo>
                    <a:pt x="598" y="2951"/>
                  </a:lnTo>
                  <a:lnTo>
                    <a:pt x="586" y="2964"/>
                  </a:lnTo>
                  <a:lnTo>
                    <a:pt x="571" y="2972"/>
                  </a:lnTo>
                  <a:lnTo>
                    <a:pt x="552" y="2975"/>
                  </a:lnTo>
                  <a:lnTo>
                    <a:pt x="56" y="2975"/>
                  </a:lnTo>
                  <a:lnTo>
                    <a:pt x="39" y="2972"/>
                  </a:lnTo>
                  <a:lnTo>
                    <a:pt x="22" y="2964"/>
                  </a:lnTo>
                  <a:lnTo>
                    <a:pt x="10" y="2951"/>
                  </a:lnTo>
                  <a:lnTo>
                    <a:pt x="2" y="2936"/>
                  </a:lnTo>
                  <a:lnTo>
                    <a:pt x="0" y="2918"/>
                  </a:lnTo>
                  <a:lnTo>
                    <a:pt x="0" y="1712"/>
                  </a:lnTo>
                  <a:lnTo>
                    <a:pt x="2" y="1687"/>
                  </a:lnTo>
                  <a:lnTo>
                    <a:pt x="10" y="1664"/>
                  </a:lnTo>
                  <a:lnTo>
                    <a:pt x="23" y="1644"/>
                  </a:lnTo>
                  <a:lnTo>
                    <a:pt x="41" y="1627"/>
                  </a:lnTo>
                  <a:lnTo>
                    <a:pt x="61" y="1613"/>
                  </a:lnTo>
                  <a:lnTo>
                    <a:pt x="83" y="1605"/>
                  </a:lnTo>
                  <a:lnTo>
                    <a:pt x="109" y="1603"/>
                  </a:lnTo>
                  <a:lnTo>
                    <a:pt x="416" y="1603"/>
                  </a:lnTo>
                  <a:lnTo>
                    <a:pt x="413" y="1600"/>
                  </a:lnTo>
                  <a:lnTo>
                    <a:pt x="396" y="1581"/>
                  </a:lnTo>
                  <a:lnTo>
                    <a:pt x="384" y="1559"/>
                  </a:lnTo>
                  <a:lnTo>
                    <a:pt x="376" y="1536"/>
                  </a:lnTo>
                  <a:lnTo>
                    <a:pt x="373" y="1512"/>
                  </a:lnTo>
                  <a:lnTo>
                    <a:pt x="375" y="1487"/>
                  </a:lnTo>
                  <a:lnTo>
                    <a:pt x="382" y="1464"/>
                  </a:lnTo>
                  <a:lnTo>
                    <a:pt x="393" y="1441"/>
                  </a:lnTo>
                  <a:lnTo>
                    <a:pt x="408" y="1421"/>
                  </a:lnTo>
                  <a:lnTo>
                    <a:pt x="728" y="1083"/>
                  </a:lnTo>
                  <a:lnTo>
                    <a:pt x="416" y="861"/>
                  </a:lnTo>
                  <a:lnTo>
                    <a:pt x="391" y="842"/>
                  </a:lnTo>
                  <a:lnTo>
                    <a:pt x="369" y="827"/>
                  </a:lnTo>
                  <a:lnTo>
                    <a:pt x="350" y="812"/>
                  </a:lnTo>
                  <a:lnTo>
                    <a:pt x="334" y="799"/>
                  </a:lnTo>
                  <a:lnTo>
                    <a:pt x="319" y="786"/>
                  </a:lnTo>
                  <a:lnTo>
                    <a:pt x="307" y="772"/>
                  </a:lnTo>
                  <a:lnTo>
                    <a:pt x="296" y="756"/>
                  </a:lnTo>
                  <a:lnTo>
                    <a:pt x="286" y="736"/>
                  </a:lnTo>
                  <a:lnTo>
                    <a:pt x="277" y="713"/>
                  </a:lnTo>
                  <a:lnTo>
                    <a:pt x="268" y="683"/>
                  </a:lnTo>
                  <a:lnTo>
                    <a:pt x="259" y="649"/>
                  </a:lnTo>
                  <a:lnTo>
                    <a:pt x="257" y="614"/>
                  </a:lnTo>
                  <a:lnTo>
                    <a:pt x="258" y="578"/>
                  </a:lnTo>
                  <a:lnTo>
                    <a:pt x="265" y="544"/>
                  </a:lnTo>
                  <a:lnTo>
                    <a:pt x="275" y="510"/>
                  </a:lnTo>
                  <a:lnTo>
                    <a:pt x="290" y="479"/>
                  </a:lnTo>
                  <a:lnTo>
                    <a:pt x="308" y="448"/>
                  </a:lnTo>
                  <a:lnTo>
                    <a:pt x="503" y="172"/>
                  </a:lnTo>
                  <a:lnTo>
                    <a:pt x="528" y="140"/>
                  </a:lnTo>
                  <a:lnTo>
                    <a:pt x="558" y="109"/>
                  </a:lnTo>
                  <a:lnTo>
                    <a:pt x="589" y="83"/>
                  </a:lnTo>
                  <a:lnTo>
                    <a:pt x="624" y="59"/>
                  </a:lnTo>
                  <a:lnTo>
                    <a:pt x="660" y="40"/>
                  </a:lnTo>
                  <a:lnTo>
                    <a:pt x="699" y="24"/>
                  </a:lnTo>
                  <a:lnTo>
                    <a:pt x="740" y="12"/>
                  </a:lnTo>
                  <a:lnTo>
                    <a:pt x="780" y="5"/>
                  </a:lnTo>
                  <a:lnTo>
                    <a:pt x="8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grpSp>
        <p:nvGrpSpPr>
          <p:cNvPr id="52" name="Group 51"/>
          <p:cNvGrpSpPr/>
          <p:nvPr>
            <p:custDataLst>
              <p:tags r:id="rId9"/>
            </p:custDataLst>
          </p:nvPr>
        </p:nvGrpSpPr>
        <p:grpSpPr>
          <a:xfrm>
            <a:off x="5918998" y="1396506"/>
            <a:ext cx="470138" cy="466894"/>
            <a:chOff x="2044700" y="1974850"/>
            <a:chExt cx="230188" cy="228600"/>
          </a:xfrm>
          <a:solidFill>
            <a:schemeClr val="accent1"/>
          </a:solidFill>
        </p:grpSpPr>
        <p:sp>
          <p:nvSpPr>
            <p:cNvPr id="56" name="Freeform 146"/>
            <p:cNvSpPr>
              <a:spLocks noEditPoints="1"/>
            </p:cNvSpPr>
            <p:nvPr/>
          </p:nvSpPr>
          <p:spPr bwMode="auto">
            <a:xfrm>
              <a:off x="2087563" y="2074863"/>
              <a:ext cx="187325" cy="80963"/>
            </a:xfrm>
            <a:custGeom>
              <a:avLst/>
              <a:gdLst>
                <a:gd name="T0" fmla="*/ 1224 w 2720"/>
                <a:gd name="T1" fmla="*/ 682 h 1169"/>
                <a:gd name="T2" fmla="*/ 1132 w 2720"/>
                <a:gd name="T3" fmla="*/ 816 h 1169"/>
                <a:gd name="T4" fmla="*/ 1227 w 2720"/>
                <a:gd name="T5" fmla="*/ 956 h 1169"/>
                <a:gd name="T6" fmla="*/ 1396 w 2720"/>
                <a:gd name="T7" fmla="*/ 995 h 1169"/>
                <a:gd name="T8" fmla="*/ 1544 w 2720"/>
                <a:gd name="T9" fmla="*/ 909 h 1169"/>
                <a:gd name="T10" fmla="*/ 1574 w 2720"/>
                <a:gd name="T11" fmla="*/ 751 h 1169"/>
                <a:gd name="T12" fmla="*/ 1431 w 2720"/>
                <a:gd name="T13" fmla="*/ 655 h 1169"/>
                <a:gd name="T14" fmla="*/ 1079 w 2720"/>
                <a:gd name="T15" fmla="*/ 227 h 1169"/>
                <a:gd name="T16" fmla="*/ 303 w 2720"/>
                <a:gd name="T17" fmla="*/ 318 h 1169"/>
                <a:gd name="T18" fmla="*/ 223 w 2720"/>
                <a:gd name="T19" fmla="*/ 413 h 1169"/>
                <a:gd name="T20" fmla="*/ 288 w 2720"/>
                <a:gd name="T21" fmla="*/ 804 h 1169"/>
                <a:gd name="T22" fmla="*/ 396 w 2720"/>
                <a:gd name="T23" fmla="*/ 926 h 1169"/>
                <a:gd name="T24" fmla="*/ 659 w 2720"/>
                <a:gd name="T25" fmla="*/ 928 h 1169"/>
                <a:gd name="T26" fmla="*/ 862 w 2720"/>
                <a:gd name="T27" fmla="*/ 869 h 1169"/>
                <a:gd name="T28" fmla="*/ 909 w 2720"/>
                <a:gd name="T29" fmla="*/ 727 h 1169"/>
                <a:gd name="T30" fmla="*/ 1067 w 2720"/>
                <a:gd name="T31" fmla="*/ 523 h 1169"/>
                <a:gd name="T32" fmla="*/ 1306 w 2720"/>
                <a:gd name="T33" fmla="*/ 428 h 1169"/>
                <a:gd name="T34" fmla="*/ 1566 w 2720"/>
                <a:gd name="T35" fmla="*/ 471 h 1169"/>
                <a:gd name="T36" fmla="*/ 1761 w 2720"/>
                <a:gd name="T37" fmla="*/ 633 h 1169"/>
                <a:gd name="T38" fmla="*/ 1841 w 2720"/>
                <a:gd name="T39" fmla="*/ 828 h 1169"/>
                <a:gd name="T40" fmla="*/ 1888 w 2720"/>
                <a:gd name="T41" fmla="*/ 899 h 1169"/>
                <a:gd name="T42" fmla="*/ 2228 w 2720"/>
                <a:gd name="T43" fmla="*/ 949 h 1169"/>
                <a:gd name="T44" fmla="*/ 2378 w 2720"/>
                <a:gd name="T45" fmla="*/ 887 h 1169"/>
                <a:gd name="T46" fmla="*/ 2469 w 2720"/>
                <a:gd name="T47" fmla="*/ 618 h 1169"/>
                <a:gd name="T48" fmla="*/ 2477 w 2720"/>
                <a:gd name="T49" fmla="*/ 366 h 1169"/>
                <a:gd name="T50" fmla="*/ 2203 w 2720"/>
                <a:gd name="T51" fmla="*/ 280 h 1169"/>
                <a:gd name="T52" fmla="*/ 1334 w 2720"/>
                <a:gd name="T53" fmla="*/ 0 h 1169"/>
                <a:gd name="T54" fmla="*/ 2243 w 2720"/>
                <a:gd name="T55" fmla="*/ 65 h 1169"/>
                <a:gd name="T56" fmla="*/ 2587 w 2720"/>
                <a:gd name="T57" fmla="*/ 165 h 1169"/>
                <a:gd name="T58" fmla="*/ 2704 w 2720"/>
                <a:gd name="T59" fmla="*/ 336 h 1169"/>
                <a:gd name="T60" fmla="*/ 2685 w 2720"/>
                <a:gd name="T61" fmla="*/ 659 h 1169"/>
                <a:gd name="T62" fmla="*/ 2583 w 2720"/>
                <a:gd name="T63" fmla="*/ 986 h 1169"/>
                <a:gd name="T64" fmla="*/ 2408 w 2720"/>
                <a:gd name="T65" fmla="*/ 1129 h 1169"/>
                <a:gd name="T66" fmla="*/ 2212 w 2720"/>
                <a:gd name="T67" fmla="*/ 1169 h 1169"/>
                <a:gd name="T68" fmla="*/ 2137 w 2720"/>
                <a:gd name="T69" fmla="*/ 1160 h 1169"/>
                <a:gd name="T70" fmla="*/ 1998 w 2720"/>
                <a:gd name="T71" fmla="*/ 1140 h 1169"/>
                <a:gd name="T72" fmla="*/ 1788 w 2720"/>
                <a:gd name="T73" fmla="*/ 1094 h 1169"/>
                <a:gd name="T74" fmla="*/ 1643 w 2720"/>
                <a:gd name="T75" fmla="*/ 1018 h 1169"/>
                <a:gd name="T76" fmla="*/ 1453 w 2720"/>
                <a:gd name="T77" fmla="*/ 1132 h 1169"/>
                <a:gd name="T78" fmla="*/ 1224 w 2720"/>
                <a:gd name="T79" fmla="*/ 1118 h 1169"/>
                <a:gd name="T80" fmla="*/ 1050 w 2720"/>
                <a:gd name="T81" fmla="*/ 984 h 1169"/>
                <a:gd name="T82" fmla="*/ 896 w 2720"/>
                <a:gd name="T83" fmla="*/ 1110 h 1169"/>
                <a:gd name="T84" fmla="*/ 686 w 2720"/>
                <a:gd name="T85" fmla="*/ 1145 h 1169"/>
                <a:gd name="T86" fmla="*/ 566 w 2720"/>
                <a:gd name="T87" fmla="*/ 1163 h 1169"/>
                <a:gd name="T88" fmla="*/ 494 w 2720"/>
                <a:gd name="T89" fmla="*/ 1169 h 1169"/>
                <a:gd name="T90" fmla="*/ 272 w 2720"/>
                <a:gd name="T91" fmla="*/ 1108 h 1169"/>
                <a:gd name="T92" fmla="*/ 113 w 2720"/>
                <a:gd name="T93" fmla="*/ 946 h 1169"/>
                <a:gd name="T94" fmla="*/ 7 w 2720"/>
                <a:gd name="T95" fmla="*/ 508 h 1169"/>
                <a:gd name="T96" fmla="*/ 32 w 2720"/>
                <a:gd name="T97" fmla="*/ 296 h 1169"/>
                <a:gd name="T98" fmla="*/ 169 w 2720"/>
                <a:gd name="T99" fmla="*/ 141 h 1169"/>
                <a:gd name="T100" fmla="*/ 634 w 2720"/>
                <a:gd name="T101" fmla="*/ 44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20" h="1169">
                  <a:moveTo>
                    <a:pt x="1361" y="645"/>
                  </a:moveTo>
                  <a:lnTo>
                    <a:pt x="1324" y="648"/>
                  </a:lnTo>
                  <a:lnTo>
                    <a:pt x="1289" y="655"/>
                  </a:lnTo>
                  <a:lnTo>
                    <a:pt x="1256" y="666"/>
                  </a:lnTo>
                  <a:lnTo>
                    <a:pt x="1224" y="682"/>
                  </a:lnTo>
                  <a:lnTo>
                    <a:pt x="1195" y="701"/>
                  </a:lnTo>
                  <a:lnTo>
                    <a:pt x="1170" y="725"/>
                  </a:lnTo>
                  <a:lnTo>
                    <a:pt x="1146" y="751"/>
                  </a:lnTo>
                  <a:lnTo>
                    <a:pt x="1127" y="780"/>
                  </a:lnTo>
                  <a:lnTo>
                    <a:pt x="1132" y="816"/>
                  </a:lnTo>
                  <a:lnTo>
                    <a:pt x="1142" y="849"/>
                  </a:lnTo>
                  <a:lnTo>
                    <a:pt x="1158" y="880"/>
                  </a:lnTo>
                  <a:lnTo>
                    <a:pt x="1177" y="909"/>
                  </a:lnTo>
                  <a:lnTo>
                    <a:pt x="1200" y="934"/>
                  </a:lnTo>
                  <a:lnTo>
                    <a:pt x="1227" y="956"/>
                  </a:lnTo>
                  <a:lnTo>
                    <a:pt x="1257" y="973"/>
                  </a:lnTo>
                  <a:lnTo>
                    <a:pt x="1289" y="987"/>
                  </a:lnTo>
                  <a:lnTo>
                    <a:pt x="1324" y="995"/>
                  </a:lnTo>
                  <a:lnTo>
                    <a:pt x="1361" y="998"/>
                  </a:lnTo>
                  <a:lnTo>
                    <a:pt x="1396" y="995"/>
                  </a:lnTo>
                  <a:lnTo>
                    <a:pt x="1431" y="987"/>
                  </a:lnTo>
                  <a:lnTo>
                    <a:pt x="1464" y="973"/>
                  </a:lnTo>
                  <a:lnTo>
                    <a:pt x="1493" y="956"/>
                  </a:lnTo>
                  <a:lnTo>
                    <a:pt x="1520" y="934"/>
                  </a:lnTo>
                  <a:lnTo>
                    <a:pt x="1544" y="909"/>
                  </a:lnTo>
                  <a:lnTo>
                    <a:pt x="1563" y="880"/>
                  </a:lnTo>
                  <a:lnTo>
                    <a:pt x="1578" y="849"/>
                  </a:lnTo>
                  <a:lnTo>
                    <a:pt x="1588" y="816"/>
                  </a:lnTo>
                  <a:lnTo>
                    <a:pt x="1593" y="780"/>
                  </a:lnTo>
                  <a:lnTo>
                    <a:pt x="1574" y="751"/>
                  </a:lnTo>
                  <a:lnTo>
                    <a:pt x="1551" y="725"/>
                  </a:lnTo>
                  <a:lnTo>
                    <a:pt x="1525" y="701"/>
                  </a:lnTo>
                  <a:lnTo>
                    <a:pt x="1496" y="682"/>
                  </a:lnTo>
                  <a:lnTo>
                    <a:pt x="1465" y="666"/>
                  </a:lnTo>
                  <a:lnTo>
                    <a:pt x="1431" y="655"/>
                  </a:lnTo>
                  <a:lnTo>
                    <a:pt x="1397" y="648"/>
                  </a:lnTo>
                  <a:lnTo>
                    <a:pt x="1361" y="645"/>
                  </a:lnTo>
                  <a:close/>
                  <a:moveTo>
                    <a:pt x="1453" y="220"/>
                  </a:moveTo>
                  <a:lnTo>
                    <a:pt x="1266" y="221"/>
                  </a:lnTo>
                  <a:lnTo>
                    <a:pt x="1079" y="227"/>
                  </a:lnTo>
                  <a:lnTo>
                    <a:pt x="892" y="239"/>
                  </a:lnTo>
                  <a:lnTo>
                    <a:pt x="705" y="256"/>
                  </a:lnTo>
                  <a:lnTo>
                    <a:pt x="517" y="280"/>
                  </a:lnTo>
                  <a:lnTo>
                    <a:pt x="329" y="311"/>
                  </a:lnTo>
                  <a:lnTo>
                    <a:pt x="303" y="318"/>
                  </a:lnTo>
                  <a:lnTo>
                    <a:pt x="279" y="330"/>
                  </a:lnTo>
                  <a:lnTo>
                    <a:pt x="259" y="346"/>
                  </a:lnTo>
                  <a:lnTo>
                    <a:pt x="243" y="366"/>
                  </a:lnTo>
                  <a:lnTo>
                    <a:pt x="231" y="389"/>
                  </a:lnTo>
                  <a:lnTo>
                    <a:pt x="223" y="413"/>
                  </a:lnTo>
                  <a:lnTo>
                    <a:pt x="220" y="439"/>
                  </a:lnTo>
                  <a:lnTo>
                    <a:pt x="222" y="465"/>
                  </a:lnTo>
                  <a:lnTo>
                    <a:pt x="251" y="618"/>
                  </a:lnTo>
                  <a:lnTo>
                    <a:pt x="279" y="771"/>
                  </a:lnTo>
                  <a:lnTo>
                    <a:pt x="288" y="804"/>
                  </a:lnTo>
                  <a:lnTo>
                    <a:pt x="303" y="835"/>
                  </a:lnTo>
                  <a:lnTo>
                    <a:pt x="321" y="863"/>
                  </a:lnTo>
                  <a:lnTo>
                    <a:pt x="342" y="887"/>
                  </a:lnTo>
                  <a:lnTo>
                    <a:pt x="367" y="909"/>
                  </a:lnTo>
                  <a:lnTo>
                    <a:pt x="396" y="926"/>
                  </a:lnTo>
                  <a:lnTo>
                    <a:pt x="426" y="938"/>
                  </a:lnTo>
                  <a:lnTo>
                    <a:pt x="458" y="946"/>
                  </a:lnTo>
                  <a:lnTo>
                    <a:pt x="493" y="949"/>
                  </a:lnTo>
                  <a:lnTo>
                    <a:pt x="528" y="946"/>
                  </a:lnTo>
                  <a:lnTo>
                    <a:pt x="659" y="928"/>
                  </a:lnTo>
                  <a:lnTo>
                    <a:pt x="791" y="912"/>
                  </a:lnTo>
                  <a:lnTo>
                    <a:pt x="812" y="908"/>
                  </a:lnTo>
                  <a:lnTo>
                    <a:pt x="832" y="899"/>
                  </a:lnTo>
                  <a:lnTo>
                    <a:pt x="848" y="885"/>
                  </a:lnTo>
                  <a:lnTo>
                    <a:pt x="862" y="869"/>
                  </a:lnTo>
                  <a:lnTo>
                    <a:pt x="873" y="851"/>
                  </a:lnTo>
                  <a:lnTo>
                    <a:pt x="879" y="830"/>
                  </a:lnTo>
                  <a:lnTo>
                    <a:pt x="880" y="830"/>
                  </a:lnTo>
                  <a:lnTo>
                    <a:pt x="892" y="776"/>
                  </a:lnTo>
                  <a:lnTo>
                    <a:pt x="909" y="727"/>
                  </a:lnTo>
                  <a:lnTo>
                    <a:pt x="932" y="679"/>
                  </a:lnTo>
                  <a:lnTo>
                    <a:pt x="960" y="634"/>
                  </a:lnTo>
                  <a:lnTo>
                    <a:pt x="991" y="594"/>
                  </a:lnTo>
                  <a:lnTo>
                    <a:pt x="1027" y="557"/>
                  </a:lnTo>
                  <a:lnTo>
                    <a:pt x="1067" y="523"/>
                  </a:lnTo>
                  <a:lnTo>
                    <a:pt x="1109" y="495"/>
                  </a:lnTo>
                  <a:lnTo>
                    <a:pt x="1155" y="471"/>
                  </a:lnTo>
                  <a:lnTo>
                    <a:pt x="1203" y="451"/>
                  </a:lnTo>
                  <a:lnTo>
                    <a:pt x="1254" y="437"/>
                  </a:lnTo>
                  <a:lnTo>
                    <a:pt x="1306" y="428"/>
                  </a:lnTo>
                  <a:lnTo>
                    <a:pt x="1361" y="425"/>
                  </a:lnTo>
                  <a:lnTo>
                    <a:pt x="1414" y="428"/>
                  </a:lnTo>
                  <a:lnTo>
                    <a:pt x="1467" y="437"/>
                  </a:lnTo>
                  <a:lnTo>
                    <a:pt x="1517" y="451"/>
                  </a:lnTo>
                  <a:lnTo>
                    <a:pt x="1566" y="471"/>
                  </a:lnTo>
                  <a:lnTo>
                    <a:pt x="1611" y="494"/>
                  </a:lnTo>
                  <a:lnTo>
                    <a:pt x="1654" y="523"/>
                  </a:lnTo>
                  <a:lnTo>
                    <a:pt x="1693" y="556"/>
                  </a:lnTo>
                  <a:lnTo>
                    <a:pt x="1729" y="593"/>
                  </a:lnTo>
                  <a:lnTo>
                    <a:pt x="1761" y="633"/>
                  </a:lnTo>
                  <a:lnTo>
                    <a:pt x="1788" y="678"/>
                  </a:lnTo>
                  <a:lnTo>
                    <a:pt x="1810" y="725"/>
                  </a:lnTo>
                  <a:lnTo>
                    <a:pt x="1829" y="775"/>
                  </a:lnTo>
                  <a:lnTo>
                    <a:pt x="1841" y="828"/>
                  </a:lnTo>
                  <a:lnTo>
                    <a:pt x="1841" y="828"/>
                  </a:lnTo>
                  <a:lnTo>
                    <a:pt x="1842" y="830"/>
                  </a:lnTo>
                  <a:lnTo>
                    <a:pt x="1848" y="851"/>
                  </a:lnTo>
                  <a:lnTo>
                    <a:pt x="1858" y="869"/>
                  </a:lnTo>
                  <a:lnTo>
                    <a:pt x="1871" y="885"/>
                  </a:lnTo>
                  <a:lnTo>
                    <a:pt x="1888" y="899"/>
                  </a:lnTo>
                  <a:lnTo>
                    <a:pt x="1908" y="908"/>
                  </a:lnTo>
                  <a:lnTo>
                    <a:pt x="1930" y="912"/>
                  </a:lnTo>
                  <a:lnTo>
                    <a:pt x="2061" y="928"/>
                  </a:lnTo>
                  <a:lnTo>
                    <a:pt x="2192" y="946"/>
                  </a:lnTo>
                  <a:lnTo>
                    <a:pt x="2228" y="949"/>
                  </a:lnTo>
                  <a:lnTo>
                    <a:pt x="2262" y="946"/>
                  </a:lnTo>
                  <a:lnTo>
                    <a:pt x="2295" y="938"/>
                  </a:lnTo>
                  <a:lnTo>
                    <a:pt x="2325" y="926"/>
                  </a:lnTo>
                  <a:lnTo>
                    <a:pt x="2353" y="909"/>
                  </a:lnTo>
                  <a:lnTo>
                    <a:pt x="2378" y="887"/>
                  </a:lnTo>
                  <a:lnTo>
                    <a:pt x="2401" y="863"/>
                  </a:lnTo>
                  <a:lnTo>
                    <a:pt x="2418" y="835"/>
                  </a:lnTo>
                  <a:lnTo>
                    <a:pt x="2432" y="804"/>
                  </a:lnTo>
                  <a:lnTo>
                    <a:pt x="2441" y="771"/>
                  </a:lnTo>
                  <a:lnTo>
                    <a:pt x="2469" y="618"/>
                  </a:lnTo>
                  <a:lnTo>
                    <a:pt x="2499" y="466"/>
                  </a:lnTo>
                  <a:lnTo>
                    <a:pt x="2501" y="439"/>
                  </a:lnTo>
                  <a:lnTo>
                    <a:pt x="2498" y="413"/>
                  </a:lnTo>
                  <a:lnTo>
                    <a:pt x="2490" y="389"/>
                  </a:lnTo>
                  <a:lnTo>
                    <a:pt x="2477" y="366"/>
                  </a:lnTo>
                  <a:lnTo>
                    <a:pt x="2461" y="346"/>
                  </a:lnTo>
                  <a:lnTo>
                    <a:pt x="2441" y="330"/>
                  </a:lnTo>
                  <a:lnTo>
                    <a:pt x="2418" y="318"/>
                  </a:lnTo>
                  <a:lnTo>
                    <a:pt x="2392" y="311"/>
                  </a:lnTo>
                  <a:lnTo>
                    <a:pt x="2203" y="280"/>
                  </a:lnTo>
                  <a:lnTo>
                    <a:pt x="2015" y="256"/>
                  </a:lnTo>
                  <a:lnTo>
                    <a:pt x="1827" y="238"/>
                  </a:lnTo>
                  <a:lnTo>
                    <a:pt x="1640" y="226"/>
                  </a:lnTo>
                  <a:lnTo>
                    <a:pt x="1453" y="220"/>
                  </a:lnTo>
                  <a:close/>
                  <a:moveTo>
                    <a:pt x="1334" y="0"/>
                  </a:moveTo>
                  <a:lnTo>
                    <a:pt x="1513" y="2"/>
                  </a:lnTo>
                  <a:lnTo>
                    <a:pt x="1693" y="9"/>
                  </a:lnTo>
                  <a:lnTo>
                    <a:pt x="1874" y="22"/>
                  </a:lnTo>
                  <a:lnTo>
                    <a:pt x="2058" y="40"/>
                  </a:lnTo>
                  <a:lnTo>
                    <a:pt x="2243" y="65"/>
                  </a:lnTo>
                  <a:lnTo>
                    <a:pt x="2430" y="94"/>
                  </a:lnTo>
                  <a:lnTo>
                    <a:pt x="2473" y="105"/>
                  </a:lnTo>
                  <a:lnTo>
                    <a:pt x="2514" y="120"/>
                  </a:lnTo>
                  <a:lnTo>
                    <a:pt x="2552" y="141"/>
                  </a:lnTo>
                  <a:lnTo>
                    <a:pt x="2587" y="165"/>
                  </a:lnTo>
                  <a:lnTo>
                    <a:pt x="2618" y="193"/>
                  </a:lnTo>
                  <a:lnTo>
                    <a:pt x="2646" y="225"/>
                  </a:lnTo>
                  <a:lnTo>
                    <a:pt x="2669" y="259"/>
                  </a:lnTo>
                  <a:lnTo>
                    <a:pt x="2689" y="296"/>
                  </a:lnTo>
                  <a:lnTo>
                    <a:pt x="2704" y="336"/>
                  </a:lnTo>
                  <a:lnTo>
                    <a:pt x="2714" y="376"/>
                  </a:lnTo>
                  <a:lnTo>
                    <a:pt x="2720" y="420"/>
                  </a:lnTo>
                  <a:lnTo>
                    <a:pt x="2720" y="463"/>
                  </a:lnTo>
                  <a:lnTo>
                    <a:pt x="2714" y="508"/>
                  </a:lnTo>
                  <a:lnTo>
                    <a:pt x="2685" y="659"/>
                  </a:lnTo>
                  <a:lnTo>
                    <a:pt x="2656" y="812"/>
                  </a:lnTo>
                  <a:lnTo>
                    <a:pt x="2645" y="859"/>
                  </a:lnTo>
                  <a:lnTo>
                    <a:pt x="2628" y="904"/>
                  </a:lnTo>
                  <a:lnTo>
                    <a:pt x="2608" y="946"/>
                  </a:lnTo>
                  <a:lnTo>
                    <a:pt x="2583" y="986"/>
                  </a:lnTo>
                  <a:lnTo>
                    <a:pt x="2554" y="1021"/>
                  </a:lnTo>
                  <a:lnTo>
                    <a:pt x="2522" y="1054"/>
                  </a:lnTo>
                  <a:lnTo>
                    <a:pt x="2487" y="1083"/>
                  </a:lnTo>
                  <a:lnTo>
                    <a:pt x="2448" y="1108"/>
                  </a:lnTo>
                  <a:lnTo>
                    <a:pt x="2408" y="1129"/>
                  </a:lnTo>
                  <a:lnTo>
                    <a:pt x="2365" y="1147"/>
                  </a:lnTo>
                  <a:lnTo>
                    <a:pt x="2321" y="1159"/>
                  </a:lnTo>
                  <a:lnTo>
                    <a:pt x="2274" y="1166"/>
                  </a:lnTo>
                  <a:lnTo>
                    <a:pt x="2227" y="1169"/>
                  </a:lnTo>
                  <a:lnTo>
                    <a:pt x="2212" y="1169"/>
                  </a:lnTo>
                  <a:lnTo>
                    <a:pt x="2197" y="1168"/>
                  </a:lnTo>
                  <a:lnTo>
                    <a:pt x="2183" y="1167"/>
                  </a:lnTo>
                  <a:lnTo>
                    <a:pt x="2169" y="1165"/>
                  </a:lnTo>
                  <a:lnTo>
                    <a:pt x="2154" y="1163"/>
                  </a:lnTo>
                  <a:lnTo>
                    <a:pt x="2137" y="1160"/>
                  </a:lnTo>
                  <a:lnTo>
                    <a:pt x="2117" y="1157"/>
                  </a:lnTo>
                  <a:lnTo>
                    <a:pt x="2093" y="1154"/>
                  </a:lnTo>
                  <a:lnTo>
                    <a:pt x="2067" y="1150"/>
                  </a:lnTo>
                  <a:lnTo>
                    <a:pt x="2036" y="1145"/>
                  </a:lnTo>
                  <a:lnTo>
                    <a:pt x="1998" y="1140"/>
                  </a:lnTo>
                  <a:lnTo>
                    <a:pt x="1956" y="1135"/>
                  </a:lnTo>
                  <a:lnTo>
                    <a:pt x="1906" y="1130"/>
                  </a:lnTo>
                  <a:lnTo>
                    <a:pt x="1865" y="1123"/>
                  </a:lnTo>
                  <a:lnTo>
                    <a:pt x="1826" y="1111"/>
                  </a:lnTo>
                  <a:lnTo>
                    <a:pt x="1788" y="1094"/>
                  </a:lnTo>
                  <a:lnTo>
                    <a:pt x="1754" y="1072"/>
                  </a:lnTo>
                  <a:lnTo>
                    <a:pt x="1722" y="1046"/>
                  </a:lnTo>
                  <a:lnTo>
                    <a:pt x="1694" y="1016"/>
                  </a:lnTo>
                  <a:lnTo>
                    <a:pt x="1670" y="984"/>
                  </a:lnTo>
                  <a:lnTo>
                    <a:pt x="1643" y="1018"/>
                  </a:lnTo>
                  <a:lnTo>
                    <a:pt x="1610" y="1049"/>
                  </a:lnTo>
                  <a:lnTo>
                    <a:pt x="1575" y="1077"/>
                  </a:lnTo>
                  <a:lnTo>
                    <a:pt x="1538" y="1100"/>
                  </a:lnTo>
                  <a:lnTo>
                    <a:pt x="1496" y="1118"/>
                  </a:lnTo>
                  <a:lnTo>
                    <a:pt x="1453" y="1132"/>
                  </a:lnTo>
                  <a:lnTo>
                    <a:pt x="1407" y="1141"/>
                  </a:lnTo>
                  <a:lnTo>
                    <a:pt x="1361" y="1143"/>
                  </a:lnTo>
                  <a:lnTo>
                    <a:pt x="1313" y="1141"/>
                  </a:lnTo>
                  <a:lnTo>
                    <a:pt x="1268" y="1132"/>
                  </a:lnTo>
                  <a:lnTo>
                    <a:pt x="1224" y="1118"/>
                  </a:lnTo>
                  <a:lnTo>
                    <a:pt x="1183" y="1100"/>
                  </a:lnTo>
                  <a:lnTo>
                    <a:pt x="1145" y="1077"/>
                  </a:lnTo>
                  <a:lnTo>
                    <a:pt x="1110" y="1049"/>
                  </a:lnTo>
                  <a:lnTo>
                    <a:pt x="1078" y="1018"/>
                  </a:lnTo>
                  <a:lnTo>
                    <a:pt x="1050" y="984"/>
                  </a:lnTo>
                  <a:lnTo>
                    <a:pt x="1026" y="1016"/>
                  </a:lnTo>
                  <a:lnTo>
                    <a:pt x="999" y="1046"/>
                  </a:lnTo>
                  <a:lnTo>
                    <a:pt x="968" y="1072"/>
                  </a:lnTo>
                  <a:lnTo>
                    <a:pt x="932" y="1093"/>
                  </a:lnTo>
                  <a:lnTo>
                    <a:pt x="896" y="1110"/>
                  </a:lnTo>
                  <a:lnTo>
                    <a:pt x="855" y="1123"/>
                  </a:lnTo>
                  <a:lnTo>
                    <a:pt x="814" y="1130"/>
                  </a:lnTo>
                  <a:lnTo>
                    <a:pt x="764" y="1135"/>
                  </a:lnTo>
                  <a:lnTo>
                    <a:pt x="722" y="1140"/>
                  </a:lnTo>
                  <a:lnTo>
                    <a:pt x="686" y="1145"/>
                  </a:lnTo>
                  <a:lnTo>
                    <a:pt x="653" y="1150"/>
                  </a:lnTo>
                  <a:lnTo>
                    <a:pt x="627" y="1154"/>
                  </a:lnTo>
                  <a:lnTo>
                    <a:pt x="604" y="1157"/>
                  </a:lnTo>
                  <a:lnTo>
                    <a:pt x="585" y="1160"/>
                  </a:lnTo>
                  <a:lnTo>
                    <a:pt x="566" y="1163"/>
                  </a:lnTo>
                  <a:lnTo>
                    <a:pt x="551" y="1165"/>
                  </a:lnTo>
                  <a:lnTo>
                    <a:pt x="537" y="1167"/>
                  </a:lnTo>
                  <a:lnTo>
                    <a:pt x="523" y="1168"/>
                  </a:lnTo>
                  <a:lnTo>
                    <a:pt x="509" y="1169"/>
                  </a:lnTo>
                  <a:lnTo>
                    <a:pt x="494" y="1169"/>
                  </a:lnTo>
                  <a:lnTo>
                    <a:pt x="446" y="1166"/>
                  </a:lnTo>
                  <a:lnTo>
                    <a:pt x="401" y="1159"/>
                  </a:lnTo>
                  <a:lnTo>
                    <a:pt x="355" y="1147"/>
                  </a:lnTo>
                  <a:lnTo>
                    <a:pt x="313" y="1129"/>
                  </a:lnTo>
                  <a:lnTo>
                    <a:pt x="272" y="1108"/>
                  </a:lnTo>
                  <a:lnTo>
                    <a:pt x="234" y="1083"/>
                  </a:lnTo>
                  <a:lnTo>
                    <a:pt x="199" y="1053"/>
                  </a:lnTo>
                  <a:lnTo>
                    <a:pt x="166" y="1021"/>
                  </a:lnTo>
                  <a:lnTo>
                    <a:pt x="138" y="986"/>
                  </a:lnTo>
                  <a:lnTo>
                    <a:pt x="113" y="946"/>
                  </a:lnTo>
                  <a:lnTo>
                    <a:pt x="92" y="904"/>
                  </a:lnTo>
                  <a:lnTo>
                    <a:pt x="75" y="859"/>
                  </a:lnTo>
                  <a:lnTo>
                    <a:pt x="64" y="812"/>
                  </a:lnTo>
                  <a:lnTo>
                    <a:pt x="36" y="659"/>
                  </a:lnTo>
                  <a:lnTo>
                    <a:pt x="7" y="508"/>
                  </a:lnTo>
                  <a:lnTo>
                    <a:pt x="0" y="463"/>
                  </a:lnTo>
                  <a:lnTo>
                    <a:pt x="0" y="420"/>
                  </a:lnTo>
                  <a:lnTo>
                    <a:pt x="7" y="377"/>
                  </a:lnTo>
                  <a:lnTo>
                    <a:pt x="17" y="336"/>
                  </a:lnTo>
                  <a:lnTo>
                    <a:pt x="32" y="296"/>
                  </a:lnTo>
                  <a:lnTo>
                    <a:pt x="51" y="259"/>
                  </a:lnTo>
                  <a:lnTo>
                    <a:pt x="74" y="225"/>
                  </a:lnTo>
                  <a:lnTo>
                    <a:pt x="103" y="193"/>
                  </a:lnTo>
                  <a:lnTo>
                    <a:pt x="134" y="165"/>
                  </a:lnTo>
                  <a:lnTo>
                    <a:pt x="169" y="141"/>
                  </a:lnTo>
                  <a:lnTo>
                    <a:pt x="207" y="120"/>
                  </a:lnTo>
                  <a:lnTo>
                    <a:pt x="248" y="105"/>
                  </a:lnTo>
                  <a:lnTo>
                    <a:pt x="291" y="94"/>
                  </a:lnTo>
                  <a:lnTo>
                    <a:pt x="462" y="67"/>
                  </a:lnTo>
                  <a:lnTo>
                    <a:pt x="634" y="44"/>
                  </a:lnTo>
                  <a:lnTo>
                    <a:pt x="807" y="25"/>
                  </a:lnTo>
                  <a:lnTo>
                    <a:pt x="982" y="12"/>
                  </a:lnTo>
                  <a:lnTo>
                    <a:pt x="1158" y="3"/>
                  </a:lnTo>
                  <a:lnTo>
                    <a:pt x="13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57" name="Freeform 147"/>
            <p:cNvSpPr>
              <a:spLocks/>
            </p:cNvSpPr>
            <p:nvPr/>
          </p:nvSpPr>
          <p:spPr bwMode="auto">
            <a:xfrm>
              <a:off x="2051050" y="2044700"/>
              <a:ext cx="25400" cy="46038"/>
            </a:xfrm>
            <a:custGeom>
              <a:avLst/>
              <a:gdLst>
                <a:gd name="T0" fmla="*/ 0 w 366"/>
                <a:gd name="T1" fmla="*/ 0 h 674"/>
                <a:gd name="T2" fmla="*/ 8 w 366"/>
                <a:gd name="T3" fmla="*/ 1 h 674"/>
                <a:gd name="T4" fmla="*/ 366 w 366"/>
                <a:gd name="T5" fmla="*/ 1 h 674"/>
                <a:gd name="T6" fmla="*/ 366 w 366"/>
                <a:gd name="T7" fmla="*/ 674 h 674"/>
                <a:gd name="T8" fmla="*/ 8 w 366"/>
                <a:gd name="T9" fmla="*/ 674 h 674"/>
                <a:gd name="T10" fmla="*/ 0 w 366"/>
                <a:gd name="T11" fmla="*/ 674 h 674"/>
                <a:gd name="T12" fmla="*/ 0 w 366"/>
                <a:gd name="T13" fmla="*/ 0 h 674"/>
              </a:gdLst>
              <a:ahLst/>
              <a:cxnLst>
                <a:cxn ang="0">
                  <a:pos x="T0" y="T1"/>
                </a:cxn>
                <a:cxn ang="0">
                  <a:pos x="T2" y="T3"/>
                </a:cxn>
                <a:cxn ang="0">
                  <a:pos x="T4" y="T5"/>
                </a:cxn>
                <a:cxn ang="0">
                  <a:pos x="T6" y="T7"/>
                </a:cxn>
                <a:cxn ang="0">
                  <a:pos x="T8" y="T9"/>
                </a:cxn>
                <a:cxn ang="0">
                  <a:pos x="T10" y="T11"/>
                </a:cxn>
                <a:cxn ang="0">
                  <a:pos x="T12" y="T13"/>
                </a:cxn>
              </a:cxnLst>
              <a:rect l="0" t="0" r="r" b="b"/>
              <a:pathLst>
                <a:path w="366" h="674">
                  <a:moveTo>
                    <a:pt x="0" y="0"/>
                  </a:moveTo>
                  <a:lnTo>
                    <a:pt x="8" y="1"/>
                  </a:lnTo>
                  <a:lnTo>
                    <a:pt x="366" y="1"/>
                  </a:lnTo>
                  <a:lnTo>
                    <a:pt x="366" y="674"/>
                  </a:lnTo>
                  <a:lnTo>
                    <a:pt x="8" y="674"/>
                  </a:lnTo>
                  <a:lnTo>
                    <a:pt x="0" y="674"/>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58" name="Freeform 148"/>
            <p:cNvSpPr>
              <a:spLocks/>
            </p:cNvSpPr>
            <p:nvPr/>
          </p:nvSpPr>
          <p:spPr bwMode="auto">
            <a:xfrm>
              <a:off x="2044700" y="1974850"/>
              <a:ext cx="39688" cy="53975"/>
            </a:xfrm>
            <a:custGeom>
              <a:avLst/>
              <a:gdLst>
                <a:gd name="T0" fmla="*/ 110 w 577"/>
                <a:gd name="T1" fmla="*/ 0 h 783"/>
                <a:gd name="T2" fmla="*/ 468 w 577"/>
                <a:gd name="T3" fmla="*/ 0 h 783"/>
                <a:gd name="T4" fmla="*/ 493 w 577"/>
                <a:gd name="T5" fmla="*/ 2 h 783"/>
                <a:gd name="T6" fmla="*/ 516 w 577"/>
                <a:gd name="T7" fmla="*/ 11 h 783"/>
                <a:gd name="T8" fmla="*/ 537 w 577"/>
                <a:gd name="T9" fmla="*/ 23 h 783"/>
                <a:gd name="T10" fmla="*/ 554 w 577"/>
                <a:gd name="T11" fmla="*/ 41 h 783"/>
                <a:gd name="T12" fmla="*/ 566 w 577"/>
                <a:gd name="T13" fmla="*/ 61 h 783"/>
                <a:gd name="T14" fmla="*/ 575 w 577"/>
                <a:gd name="T15" fmla="*/ 84 h 783"/>
                <a:gd name="T16" fmla="*/ 577 w 577"/>
                <a:gd name="T17" fmla="*/ 109 h 783"/>
                <a:gd name="T18" fmla="*/ 575 w 577"/>
                <a:gd name="T19" fmla="*/ 135 h 783"/>
                <a:gd name="T20" fmla="*/ 566 w 577"/>
                <a:gd name="T21" fmla="*/ 158 h 783"/>
                <a:gd name="T22" fmla="*/ 554 w 577"/>
                <a:gd name="T23" fmla="*/ 178 h 783"/>
                <a:gd name="T24" fmla="*/ 537 w 577"/>
                <a:gd name="T25" fmla="*/ 195 h 783"/>
                <a:gd name="T26" fmla="*/ 516 w 577"/>
                <a:gd name="T27" fmla="*/ 208 h 783"/>
                <a:gd name="T28" fmla="*/ 493 w 577"/>
                <a:gd name="T29" fmla="*/ 217 h 783"/>
                <a:gd name="T30" fmla="*/ 468 w 577"/>
                <a:gd name="T31" fmla="*/ 220 h 783"/>
                <a:gd name="T32" fmla="*/ 468 w 577"/>
                <a:gd name="T33" fmla="*/ 783 h 783"/>
                <a:gd name="T34" fmla="*/ 110 w 577"/>
                <a:gd name="T35" fmla="*/ 783 h 783"/>
                <a:gd name="T36" fmla="*/ 102 w 577"/>
                <a:gd name="T37" fmla="*/ 783 h 783"/>
                <a:gd name="T38" fmla="*/ 102 w 577"/>
                <a:gd name="T39" fmla="*/ 219 h 783"/>
                <a:gd name="T40" fmla="*/ 79 w 577"/>
                <a:gd name="T41" fmla="*/ 215 h 783"/>
                <a:gd name="T42" fmla="*/ 57 w 577"/>
                <a:gd name="T43" fmla="*/ 205 h 783"/>
                <a:gd name="T44" fmla="*/ 38 w 577"/>
                <a:gd name="T45" fmla="*/ 192 h 783"/>
                <a:gd name="T46" fmla="*/ 22 w 577"/>
                <a:gd name="T47" fmla="*/ 176 h 783"/>
                <a:gd name="T48" fmla="*/ 10 w 577"/>
                <a:gd name="T49" fmla="*/ 156 h 783"/>
                <a:gd name="T50" fmla="*/ 3 w 577"/>
                <a:gd name="T51" fmla="*/ 134 h 783"/>
                <a:gd name="T52" fmla="*/ 0 w 577"/>
                <a:gd name="T53" fmla="*/ 109 h 783"/>
                <a:gd name="T54" fmla="*/ 3 w 577"/>
                <a:gd name="T55" fmla="*/ 84 h 783"/>
                <a:gd name="T56" fmla="*/ 11 w 577"/>
                <a:gd name="T57" fmla="*/ 61 h 783"/>
                <a:gd name="T58" fmla="*/ 24 w 577"/>
                <a:gd name="T59" fmla="*/ 41 h 783"/>
                <a:gd name="T60" fmla="*/ 41 w 577"/>
                <a:gd name="T61" fmla="*/ 23 h 783"/>
                <a:gd name="T62" fmla="*/ 62 w 577"/>
                <a:gd name="T63" fmla="*/ 11 h 783"/>
                <a:gd name="T64" fmla="*/ 85 w 577"/>
                <a:gd name="T65" fmla="*/ 2 h 783"/>
                <a:gd name="T66" fmla="*/ 110 w 577"/>
                <a:gd name="T67" fmla="*/ 0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7" h="783">
                  <a:moveTo>
                    <a:pt x="110" y="0"/>
                  </a:moveTo>
                  <a:lnTo>
                    <a:pt x="468" y="0"/>
                  </a:lnTo>
                  <a:lnTo>
                    <a:pt x="493" y="2"/>
                  </a:lnTo>
                  <a:lnTo>
                    <a:pt x="516" y="11"/>
                  </a:lnTo>
                  <a:lnTo>
                    <a:pt x="537" y="23"/>
                  </a:lnTo>
                  <a:lnTo>
                    <a:pt x="554" y="41"/>
                  </a:lnTo>
                  <a:lnTo>
                    <a:pt x="566" y="61"/>
                  </a:lnTo>
                  <a:lnTo>
                    <a:pt x="575" y="84"/>
                  </a:lnTo>
                  <a:lnTo>
                    <a:pt x="577" y="109"/>
                  </a:lnTo>
                  <a:lnTo>
                    <a:pt x="575" y="135"/>
                  </a:lnTo>
                  <a:lnTo>
                    <a:pt x="566" y="158"/>
                  </a:lnTo>
                  <a:lnTo>
                    <a:pt x="554" y="178"/>
                  </a:lnTo>
                  <a:lnTo>
                    <a:pt x="537" y="195"/>
                  </a:lnTo>
                  <a:lnTo>
                    <a:pt x="516" y="208"/>
                  </a:lnTo>
                  <a:lnTo>
                    <a:pt x="493" y="217"/>
                  </a:lnTo>
                  <a:lnTo>
                    <a:pt x="468" y="220"/>
                  </a:lnTo>
                  <a:lnTo>
                    <a:pt x="468" y="783"/>
                  </a:lnTo>
                  <a:lnTo>
                    <a:pt x="110" y="783"/>
                  </a:lnTo>
                  <a:lnTo>
                    <a:pt x="102" y="783"/>
                  </a:lnTo>
                  <a:lnTo>
                    <a:pt x="102" y="219"/>
                  </a:lnTo>
                  <a:lnTo>
                    <a:pt x="79" y="215"/>
                  </a:lnTo>
                  <a:lnTo>
                    <a:pt x="57" y="205"/>
                  </a:lnTo>
                  <a:lnTo>
                    <a:pt x="38" y="192"/>
                  </a:lnTo>
                  <a:lnTo>
                    <a:pt x="22" y="176"/>
                  </a:lnTo>
                  <a:lnTo>
                    <a:pt x="10" y="156"/>
                  </a:lnTo>
                  <a:lnTo>
                    <a:pt x="3" y="134"/>
                  </a:lnTo>
                  <a:lnTo>
                    <a:pt x="0" y="109"/>
                  </a:lnTo>
                  <a:lnTo>
                    <a:pt x="3" y="84"/>
                  </a:lnTo>
                  <a:lnTo>
                    <a:pt x="11" y="61"/>
                  </a:lnTo>
                  <a:lnTo>
                    <a:pt x="24" y="41"/>
                  </a:lnTo>
                  <a:lnTo>
                    <a:pt x="41" y="23"/>
                  </a:lnTo>
                  <a:lnTo>
                    <a:pt x="62" y="11"/>
                  </a:lnTo>
                  <a:lnTo>
                    <a:pt x="85" y="2"/>
                  </a:lnTo>
                  <a:lnTo>
                    <a:pt x="11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59" name="Freeform 149"/>
            <p:cNvSpPr>
              <a:spLocks/>
            </p:cNvSpPr>
            <p:nvPr/>
          </p:nvSpPr>
          <p:spPr bwMode="auto">
            <a:xfrm>
              <a:off x="2051050" y="2105025"/>
              <a:ext cx="107950" cy="98425"/>
            </a:xfrm>
            <a:custGeom>
              <a:avLst/>
              <a:gdLst>
                <a:gd name="T0" fmla="*/ 8 w 1564"/>
                <a:gd name="T1" fmla="*/ 0 h 1406"/>
                <a:gd name="T2" fmla="*/ 366 w 1564"/>
                <a:gd name="T3" fmla="*/ 594 h 1406"/>
                <a:gd name="T4" fmla="*/ 378 w 1564"/>
                <a:gd name="T5" fmla="*/ 684 h 1406"/>
                <a:gd name="T6" fmla="*/ 412 w 1564"/>
                <a:gd name="T7" fmla="*/ 765 h 1406"/>
                <a:gd name="T8" fmla="*/ 465 w 1564"/>
                <a:gd name="T9" fmla="*/ 834 h 1406"/>
                <a:gd name="T10" fmla="*/ 534 w 1564"/>
                <a:gd name="T11" fmla="*/ 887 h 1406"/>
                <a:gd name="T12" fmla="*/ 616 w 1564"/>
                <a:gd name="T13" fmla="*/ 921 h 1406"/>
                <a:gd name="T14" fmla="*/ 705 w 1564"/>
                <a:gd name="T15" fmla="*/ 933 h 1406"/>
                <a:gd name="T16" fmla="*/ 1345 w 1564"/>
                <a:gd name="T17" fmla="*/ 931 h 1406"/>
                <a:gd name="T18" fmla="*/ 1356 w 1564"/>
                <a:gd name="T19" fmla="*/ 883 h 1406"/>
                <a:gd name="T20" fmla="*/ 1387 w 1564"/>
                <a:gd name="T21" fmla="*/ 845 h 1406"/>
                <a:gd name="T22" fmla="*/ 1430 w 1564"/>
                <a:gd name="T23" fmla="*/ 824 h 1406"/>
                <a:gd name="T24" fmla="*/ 1480 w 1564"/>
                <a:gd name="T25" fmla="*/ 824 h 1406"/>
                <a:gd name="T26" fmla="*/ 1523 w 1564"/>
                <a:gd name="T27" fmla="*/ 845 h 1406"/>
                <a:gd name="T28" fmla="*/ 1553 w 1564"/>
                <a:gd name="T29" fmla="*/ 883 h 1406"/>
                <a:gd name="T30" fmla="*/ 1564 w 1564"/>
                <a:gd name="T31" fmla="*/ 931 h 1406"/>
                <a:gd name="T32" fmla="*/ 1561 w 1564"/>
                <a:gd name="T33" fmla="*/ 1321 h 1406"/>
                <a:gd name="T34" fmla="*/ 1540 w 1564"/>
                <a:gd name="T35" fmla="*/ 1364 h 1406"/>
                <a:gd name="T36" fmla="*/ 1503 w 1564"/>
                <a:gd name="T37" fmla="*/ 1395 h 1406"/>
                <a:gd name="T38" fmla="*/ 1455 w 1564"/>
                <a:gd name="T39" fmla="*/ 1406 h 1406"/>
                <a:gd name="T40" fmla="*/ 1408 w 1564"/>
                <a:gd name="T41" fmla="*/ 1395 h 1406"/>
                <a:gd name="T42" fmla="*/ 1370 w 1564"/>
                <a:gd name="T43" fmla="*/ 1366 h 1406"/>
                <a:gd name="T44" fmla="*/ 1349 w 1564"/>
                <a:gd name="T45" fmla="*/ 1324 h 1406"/>
                <a:gd name="T46" fmla="*/ 705 w 1564"/>
                <a:gd name="T47" fmla="*/ 1300 h 1406"/>
                <a:gd name="T48" fmla="*/ 571 w 1564"/>
                <a:gd name="T49" fmla="*/ 1286 h 1406"/>
                <a:gd name="T50" fmla="*/ 446 w 1564"/>
                <a:gd name="T51" fmla="*/ 1250 h 1406"/>
                <a:gd name="T52" fmla="*/ 332 w 1564"/>
                <a:gd name="T53" fmla="*/ 1192 h 1406"/>
                <a:gd name="T54" fmla="*/ 230 w 1564"/>
                <a:gd name="T55" fmla="*/ 1114 h 1406"/>
                <a:gd name="T56" fmla="*/ 145 w 1564"/>
                <a:gd name="T57" fmla="*/ 1020 h 1406"/>
                <a:gd name="T58" fmla="*/ 76 w 1564"/>
                <a:gd name="T59" fmla="*/ 912 h 1406"/>
                <a:gd name="T60" fmla="*/ 28 w 1564"/>
                <a:gd name="T61" fmla="*/ 792 h 1406"/>
                <a:gd name="T62" fmla="*/ 3 w 1564"/>
                <a:gd name="T63" fmla="*/ 662 h 1406"/>
                <a:gd name="T64" fmla="*/ 0 w 1564"/>
                <a:gd name="T65"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64" h="1406">
                  <a:moveTo>
                    <a:pt x="0" y="0"/>
                  </a:moveTo>
                  <a:lnTo>
                    <a:pt x="8" y="0"/>
                  </a:lnTo>
                  <a:lnTo>
                    <a:pt x="366" y="0"/>
                  </a:lnTo>
                  <a:lnTo>
                    <a:pt x="366" y="594"/>
                  </a:lnTo>
                  <a:lnTo>
                    <a:pt x="369" y="640"/>
                  </a:lnTo>
                  <a:lnTo>
                    <a:pt x="378" y="684"/>
                  </a:lnTo>
                  <a:lnTo>
                    <a:pt x="392" y="726"/>
                  </a:lnTo>
                  <a:lnTo>
                    <a:pt x="412" y="765"/>
                  </a:lnTo>
                  <a:lnTo>
                    <a:pt x="437" y="802"/>
                  </a:lnTo>
                  <a:lnTo>
                    <a:pt x="465" y="834"/>
                  </a:lnTo>
                  <a:lnTo>
                    <a:pt x="498" y="862"/>
                  </a:lnTo>
                  <a:lnTo>
                    <a:pt x="534" y="887"/>
                  </a:lnTo>
                  <a:lnTo>
                    <a:pt x="573" y="907"/>
                  </a:lnTo>
                  <a:lnTo>
                    <a:pt x="616" y="921"/>
                  </a:lnTo>
                  <a:lnTo>
                    <a:pt x="659" y="930"/>
                  </a:lnTo>
                  <a:lnTo>
                    <a:pt x="705" y="933"/>
                  </a:lnTo>
                  <a:lnTo>
                    <a:pt x="1345" y="933"/>
                  </a:lnTo>
                  <a:lnTo>
                    <a:pt x="1345" y="931"/>
                  </a:lnTo>
                  <a:lnTo>
                    <a:pt x="1348" y="906"/>
                  </a:lnTo>
                  <a:lnTo>
                    <a:pt x="1356" y="883"/>
                  </a:lnTo>
                  <a:lnTo>
                    <a:pt x="1369" y="862"/>
                  </a:lnTo>
                  <a:lnTo>
                    <a:pt x="1387" y="845"/>
                  </a:lnTo>
                  <a:lnTo>
                    <a:pt x="1407" y="832"/>
                  </a:lnTo>
                  <a:lnTo>
                    <a:pt x="1430" y="824"/>
                  </a:lnTo>
                  <a:lnTo>
                    <a:pt x="1455" y="821"/>
                  </a:lnTo>
                  <a:lnTo>
                    <a:pt x="1480" y="824"/>
                  </a:lnTo>
                  <a:lnTo>
                    <a:pt x="1503" y="832"/>
                  </a:lnTo>
                  <a:lnTo>
                    <a:pt x="1523" y="845"/>
                  </a:lnTo>
                  <a:lnTo>
                    <a:pt x="1540" y="862"/>
                  </a:lnTo>
                  <a:lnTo>
                    <a:pt x="1553" y="883"/>
                  </a:lnTo>
                  <a:lnTo>
                    <a:pt x="1561" y="906"/>
                  </a:lnTo>
                  <a:lnTo>
                    <a:pt x="1564" y="931"/>
                  </a:lnTo>
                  <a:lnTo>
                    <a:pt x="1564" y="1296"/>
                  </a:lnTo>
                  <a:lnTo>
                    <a:pt x="1561" y="1321"/>
                  </a:lnTo>
                  <a:lnTo>
                    <a:pt x="1553" y="1344"/>
                  </a:lnTo>
                  <a:lnTo>
                    <a:pt x="1540" y="1364"/>
                  </a:lnTo>
                  <a:lnTo>
                    <a:pt x="1523" y="1382"/>
                  </a:lnTo>
                  <a:lnTo>
                    <a:pt x="1503" y="1395"/>
                  </a:lnTo>
                  <a:lnTo>
                    <a:pt x="1480" y="1403"/>
                  </a:lnTo>
                  <a:lnTo>
                    <a:pt x="1455" y="1406"/>
                  </a:lnTo>
                  <a:lnTo>
                    <a:pt x="1430" y="1403"/>
                  </a:lnTo>
                  <a:lnTo>
                    <a:pt x="1408" y="1395"/>
                  </a:lnTo>
                  <a:lnTo>
                    <a:pt x="1388" y="1383"/>
                  </a:lnTo>
                  <a:lnTo>
                    <a:pt x="1370" y="1366"/>
                  </a:lnTo>
                  <a:lnTo>
                    <a:pt x="1357" y="1346"/>
                  </a:lnTo>
                  <a:lnTo>
                    <a:pt x="1349" y="1324"/>
                  </a:lnTo>
                  <a:lnTo>
                    <a:pt x="1345" y="1300"/>
                  </a:lnTo>
                  <a:lnTo>
                    <a:pt x="705" y="1300"/>
                  </a:lnTo>
                  <a:lnTo>
                    <a:pt x="638" y="1297"/>
                  </a:lnTo>
                  <a:lnTo>
                    <a:pt x="571" y="1286"/>
                  </a:lnTo>
                  <a:lnTo>
                    <a:pt x="507" y="1271"/>
                  </a:lnTo>
                  <a:lnTo>
                    <a:pt x="446" y="1250"/>
                  </a:lnTo>
                  <a:lnTo>
                    <a:pt x="387" y="1224"/>
                  </a:lnTo>
                  <a:lnTo>
                    <a:pt x="332" y="1192"/>
                  </a:lnTo>
                  <a:lnTo>
                    <a:pt x="279" y="1156"/>
                  </a:lnTo>
                  <a:lnTo>
                    <a:pt x="230" y="1114"/>
                  </a:lnTo>
                  <a:lnTo>
                    <a:pt x="185" y="1070"/>
                  </a:lnTo>
                  <a:lnTo>
                    <a:pt x="145" y="1020"/>
                  </a:lnTo>
                  <a:lnTo>
                    <a:pt x="108" y="968"/>
                  </a:lnTo>
                  <a:lnTo>
                    <a:pt x="76" y="912"/>
                  </a:lnTo>
                  <a:lnTo>
                    <a:pt x="50" y="853"/>
                  </a:lnTo>
                  <a:lnTo>
                    <a:pt x="28" y="792"/>
                  </a:lnTo>
                  <a:lnTo>
                    <a:pt x="13" y="728"/>
                  </a:lnTo>
                  <a:lnTo>
                    <a:pt x="3" y="662"/>
                  </a:lnTo>
                  <a:lnTo>
                    <a:pt x="0" y="594"/>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grpSp>
        <p:nvGrpSpPr>
          <p:cNvPr id="60" name="Group 59"/>
          <p:cNvGrpSpPr/>
          <p:nvPr>
            <p:custDataLst>
              <p:tags r:id="rId10"/>
            </p:custDataLst>
          </p:nvPr>
        </p:nvGrpSpPr>
        <p:grpSpPr>
          <a:xfrm>
            <a:off x="5956224" y="2488423"/>
            <a:ext cx="395687" cy="348971"/>
            <a:chOff x="2992438" y="1925638"/>
            <a:chExt cx="228601" cy="201612"/>
          </a:xfrm>
          <a:solidFill>
            <a:schemeClr val="accent1"/>
          </a:solidFill>
        </p:grpSpPr>
        <p:sp>
          <p:nvSpPr>
            <p:cNvPr id="61" name="Freeform 337"/>
            <p:cNvSpPr>
              <a:spLocks noEditPoints="1"/>
            </p:cNvSpPr>
            <p:nvPr/>
          </p:nvSpPr>
          <p:spPr bwMode="auto">
            <a:xfrm>
              <a:off x="2992438" y="1925638"/>
              <a:ext cx="106363" cy="201612"/>
            </a:xfrm>
            <a:custGeom>
              <a:avLst/>
              <a:gdLst>
                <a:gd name="T0" fmla="*/ 957 w 1544"/>
                <a:gd name="T1" fmla="*/ 1151 h 2909"/>
                <a:gd name="T2" fmla="*/ 936 w 1544"/>
                <a:gd name="T3" fmla="*/ 1220 h 2909"/>
                <a:gd name="T4" fmla="*/ 1144 w 1544"/>
                <a:gd name="T5" fmla="*/ 2087 h 2909"/>
                <a:gd name="T6" fmla="*/ 1196 w 1544"/>
                <a:gd name="T7" fmla="*/ 2095 h 2909"/>
                <a:gd name="T8" fmla="*/ 1250 w 1544"/>
                <a:gd name="T9" fmla="*/ 2047 h 2909"/>
                <a:gd name="T10" fmla="*/ 1071 w 1544"/>
                <a:gd name="T11" fmla="*/ 1171 h 2909"/>
                <a:gd name="T12" fmla="*/ 1011 w 1544"/>
                <a:gd name="T13" fmla="*/ 1132 h 2909"/>
                <a:gd name="T14" fmla="*/ 484 w 1544"/>
                <a:gd name="T15" fmla="*/ 1156 h 2909"/>
                <a:gd name="T16" fmla="*/ 290 w 1544"/>
                <a:gd name="T17" fmla="*/ 2028 h 2909"/>
                <a:gd name="T18" fmla="*/ 329 w 1544"/>
                <a:gd name="T19" fmla="*/ 2089 h 2909"/>
                <a:gd name="T20" fmla="*/ 381 w 1544"/>
                <a:gd name="T21" fmla="*/ 2094 h 2909"/>
                <a:gd name="T22" fmla="*/ 433 w 1544"/>
                <a:gd name="T23" fmla="*/ 2039 h 2909"/>
                <a:gd name="T24" fmla="*/ 598 w 1544"/>
                <a:gd name="T25" fmla="*/ 1165 h 2909"/>
                <a:gd name="T26" fmla="*/ 533 w 1544"/>
                <a:gd name="T27" fmla="*/ 1132 h 2909"/>
                <a:gd name="T28" fmla="*/ 731 w 1544"/>
                <a:gd name="T29" fmla="*/ 298 h 2909"/>
                <a:gd name="T30" fmla="*/ 660 w 1544"/>
                <a:gd name="T31" fmla="*/ 405 h 2909"/>
                <a:gd name="T32" fmla="*/ 622 w 1544"/>
                <a:gd name="T33" fmla="*/ 570 h 2909"/>
                <a:gd name="T34" fmla="*/ 635 w 1544"/>
                <a:gd name="T35" fmla="*/ 748 h 2909"/>
                <a:gd name="T36" fmla="*/ 697 w 1544"/>
                <a:gd name="T37" fmla="*/ 893 h 2909"/>
                <a:gd name="T38" fmla="*/ 761 w 1544"/>
                <a:gd name="T39" fmla="*/ 952 h 2909"/>
                <a:gd name="T40" fmla="*/ 813 w 1544"/>
                <a:gd name="T41" fmla="*/ 933 h 2909"/>
                <a:gd name="T42" fmla="*/ 883 w 1544"/>
                <a:gd name="T43" fmla="*/ 826 h 2909"/>
                <a:gd name="T44" fmla="*/ 921 w 1544"/>
                <a:gd name="T45" fmla="*/ 661 h 2909"/>
                <a:gd name="T46" fmla="*/ 908 w 1544"/>
                <a:gd name="T47" fmla="*/ 483 h 2909"/>
                <a:gd name="T48" fmla="*/ 848 w 1544"/>
                <a:gd name="T49" fmla="*/ 338 h 2909"/>
                <a:gd name="T50" fmla="*/ 783 w 1544"/>
                <a:gd name="T51" fmla="*/ 278 h 2909"/>
                <a:gd name="T52" fmla="*/ 858 w 1544"/>
                <a:gd name="T53" fmla="*/ 13 h 2909"/>
                <a:gd name="T54" fmla="*/ 1010 w 1544"/>
                <a:gd name="T55" fmla="*/ 105 h 2909"/>
                <a:gd name="T56" fmla="*/ 1125 w 1544"/>
                <a:gd name="T57" fmla="*/ 271 h 2909"/>
                <a:gd name="T58" fmla="*/ 1188 w 1544"/>
                <a:gd name="T59" fmla="*/ 491 h 2909"/>
                <a:gd name="T60" fmla="*/ 1208 w 1544"/>
                <a:gd name="T61" fmla="*/ 803 h 2909"/>
                <a:gd name="T62" fmla="*/ 1295 w 1544"/>
                <a:gd name="T63" fmla="*/ 1168 h 2909"/>
                <a:gd name="T64" fmla="*/ 1426 w 1544"/>
                <a:gd name="T65" fmla="*/ 1533 h 2909"/>
                <a:gd name="T66" fmla="*/ 1512 w 1544"/>
                <a:gd name="T67" fmla="*/ 1965 h 2909"/>
                <a:gd name="T68" fmla="*/ 1544 w 1544"/>
                <a:gd name="T69" fmla="*/ 2449 h 2909"/>
                <a:gd name="T70" fmla="*/ 1520 w 1544"/>
                <a:gd name="T71" fmla="*/ 2859 h 2909"/>
                <a:gd name="T72" fmla="*/ 1459 w 1544"/>
                <a:gd name="T73" fmla="*/ 2909 h 2909"/>
                <a:gd name="T74" fmla="*/ 1346 w 1544"/>
                <a:gd name="T75" fmla="*/ 2858 h 2909"/>
                <a:gd name="T76" fmla="*/ 1083 w 1544"/>
                <a:gd name="T77" fmla="*/ 2748 h 2909"/>
                <a:gd name="T78" fmla="*/ 772 w 1544"/>
                <a:gd name="T79" fmla="*/ 2709 h 2909"/>
                <a:gd name="T80" fmla="*/ 461 w 1544"/>
                <a:gd name="T81" fmla="*/ 2748 h 2909"/>
                <a:gd name="T82" fmla="*/ 198 w 1544"/>
                <a:gd name="T83" fmla="*/ 2858 h 2909"/>
                <a:gd name="T84" fmla="*/ 84 w 1544"/>
                <a:gd name="T85" fmla="*/ 2909 h 2909"/>
                <a:gd name="T86" fmla="*/ 25 w 1544"/>
                <a:gd name="T87" fmla="*/ 2859 h 2909"/>
                <a:gd name="T88" fmla="*/ 0 w 1544"/>
                <a:gd name="T89" fmla="*/ 2449 h 2909"/>
                <a:gd name="T90" fmla="*/ 31 w 1544"/>
                <a:gd name="T91" fmla="*/ 1965 h 2909"/>
                <a:gd name="T92" fmla="*/ 117 w 1544"/>
                <a:gd name="T93" fmla="*/ 1533 h 2909"/>
                <a:gd name="T94" fmla="*/ 249 w 1544"/>
                <a:gd name="T95" fmla="*/ 1167 h 2909"/>
                <a:gd name="T96" fmla="*/ 335 w 1544"/>
                <a:gd name="T97" fmla="*/ 803 h 2909"/>
                <a:gd name="T98" fmla="*/ 355 w 1544"/>
                <a:gd name="T99" fmla="*/ 491 h 2909"/>
                <a:gd name="T100" fmla="*/ 420 w 1544"/>
                <a:gd name="T101" fmla="*/ 271 h 2909"/>
                <a:gd name="T102" fmla="*/ 534 w 1544"/>
                <a:gd name="T103" fmla="*/ 105 h 2909"/>
                <a:gd name="T104" fmla="*/ 686 w 1544"/>
                <a:gd name="T105" fmla="*/ 13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4" h="2909">
                  <a:moveTo>
                    <a:pt x="1011" y="1132"/>
                  </a:moveTo>
                  <a:lnTo>
                    <a:pt x="992" y="1134"/>
                  </a:lnTo>
                  <a:lnTo>
                    <a:pt x="974" y="1140"/>
                  </a:lnTo>
                  <a:lnTo>
                    <a:pt x="957" y="1151"/>
                  </a:lnTo>
                  <a:lnTo>
                    <a:pt x="946" y="1165"/>
                  </a:lnTo>
                  <a:lnTo>
                    <a:pt x="938" y="1183"/>
                  </a:lnTo>
                  <a:lnTo>
                    <a:pt x="934" y="1201"/>
                  </a:lnTo>
                  <a:lnTo>
                    <a:pt x="936" y="1220"/>
                  </a:lnTo>
                  <a:lnTo>
                    <a:pt x="1111" y="2039"/>
                  </a:lnTo>
                  <a:lnTo>
                    <a:pt x="1118" y="2058"/>
                  </a:lnTo>
                  <a:lnTo>
                    <a:pt x="1129" y="2074"/>
                  </a:lnTo>
                  <a:lnTo>
                    <a:pt x="1144" y="2087"/>
                  </a:lnTo>
                  <a:lnTo>
                    <a:pt x="1162" y="2094"/>
                  </a:lnTo>
                  <a:lnTo>
                    <a:pt x="1181" y="2097"/>
                  </a:lnTo>
                  <a:lnTo>
                    <a:pt x="1189" y="2097"/>
                  </a:lnTo>
                  <a:lnTo>
                    <a:pt x="1196" y="2095"/>
                  </a:lnTo>
                  <a:lnTo>
                    <a:pt x="1214" y="2089"/>
                  </a:lnTo>
                  <a:lnTo>
                    <a:pt x="1230" y="2078"/>
                  </a:lnTo>
                  <a:lnTo>
                    <a:pt x="1243" y="2063"/>
                  </a:lnTo>
                  <a:lnTo>
                    <a:pt x="1250" y="2047"/>
                  </a:lnTo>
                  <a:lnTo>
                    <a:pt x="1254" y="2028"/>
                  </a:lnTo>
                  <a:lnTo>
                    <a:pt x="1252" y="2009"/>
                  </a:lnTo>
                  <a:lnTo>
                    <a:pt x="1077" y="1190"/>
                  </a:lnTo>
                  <a:lnTo>
                    <a:pt x="1071" y="1171"/>
                  </a:lnTo>
                  <a:lnTo>
                    <a:pt x="1060" y="1156"/>
                  </a:lnTo>
                  <a:lnTo>
                    <a:pt x="1046" y="1144"/>
                  </a:lnTo>
                  <a:lnTo>
                    <a:pt x="1029" y="1136"/>
                  </a:lnTo>
                  <a:lnTo>
                    <a:pt x="1011" y="1132"/>
                  </a:lnTo>
                  <a:close/>
                  <a:moveTo>
                    <a:pt x="533" y="1132"/>
                  </a:moveTo>
                  <a:lnTo>
                    <a:pt x="515" y="1136"/>
                  </a:lnTo>
                  <a:lnTo>
                    <a:pt x="498" y="1144"/>
                  </a:lnTo>
                  <a:lnTo>
                    <a:pt x="484" y="1156"/>
                  </a:lnTo>
                  <a:lnTo>
                    <a:pt x="473" y="1171"/>
                  </a:lnTo>
                  <a:lnTo>
                    <a:pt x="467" y="1190"/>
                  </a:lnTo>
                  <a:lnTo>
                    <a:pt x="292" y="2009"/>
                  </a:lnTo>
                  <a:lnTo>
                    <a:pt x="290" y="2028"/>
                  </a:lnTo>
                  <a:lnTo>
                    <a:pt x="294" y="2047"/>
                  </a:lnTo>
                  <a:lnTo>
                    <a:pt x="302" y="2063"/>
                  </a:lnTo>
                  <a:lnTo>
                    <a:pt x="313" y="2078"/>
                  </a:lnTo>
                  <a:lnTo>
                    <a:pt x="329" y="2089"/>
                  </a:lnTo>
                  <a:lnTo>
                    <a:pt x="347" y="2095"/>
                  </a:lnTo>
                  <a:lnTo>
                    <a:pt x="355" y="2097"/>
                  </a:lnTo>
                  <a:lnTo>
                    <a:pt x="362" y="2097"/>
                  </a:lnTo>
                  <a:lnTo>
                    <a:pt x="381" y="2094"/>
                  </a:lnTo>
                  <a:lnTo>
                    <a:pt x="399" y="2087"/>
                  </a:lnTo>
                  <a:lnTo>
                    <a:pt x="415" y="2074"/>
                  </a:lnTo>
                  <a:lnTo>
                    <a:pt x="426" y="2058"/>
                  </a:lnTo>
                  <a:lnTo>
                    <a:pt x="433" y="2039"/>
                  </a:lnTo>
                  <a:lnTo>
                    <a:pt x="608" y="1220"/>
                  </a:lnTo>
                  <a:lnTo>
                    <a:pt x="609" y="1201"/>
                  </a:lnTo>
                  <a:lnTo>
                    <a:pt x="606" y="1183"/>
                  </a:lnTo>
                  <a:lnTo>
                    <a:pt x="598" y="1165"/>
                  </a:lnTo>
                  <a:lnTo>
                    <a:pt x="586" y="1151"/>
                  </a:lnTo>
                  <a:lnTo>
                    <a:pt x="570" y="1140"/>
                  </a:lnTo>
                  <a:lnTo>
                    <a:pt x="552" y="1134"/>
                  </a:lnTo>
                  <a:lnTo>
                    <a:pt x="533" y="1132"/>
                  </a:lnTo>
                  <a:close/>
                  <a:moveTo>
                    <a:pt x="772" y="275"/>
                  </a:moveTo>
                  <a:lnTo>
                    <a:pt x="761" y="278"/>
                  </a:lnTo>
                  <a:lnTo>
                    <a:pt x="747" y="286"/>
                  </a:lnTo>
                  <a:lnTo>
                    <a:pt x="731" y="298"/>
                  </a:lnTo>
                  <a:lnTo>
                    <a:pt x="714" y="315"/>
                  </a:lnTo>
                  <a:lnTo>
                    <a:pt x="697" y="338"/>
                  </a:lnTo>
                  <a:lnTo>
                    <a:pt x="676" y="369"/>
                  </a:lnTo>
                  <a:lnTo>
                    <a:pt x="660" y="405"/>
                  </a:lnTo>
                  <a:lnTo>
                    <a:pt x="646" y="442"/>
                  </a:lnTo>
                  <a:lnTo>
                    <a:pt x="635" y="483"/>
                  </a:lnTo>
                  <a:lnTo>
                    <a:pt x="627" y="526"/>
                  </a:lnTo>
                  <a:lnTo>
                    <a:pt x="622" y="570"/>
                  </a:lnTo>
                  <a:lnTo>
                    <a:pt x="620" y="615"/>
                  </a:lnTo>
                  <a:lnTo>
                    <a:pt x="622" y="661"/>
                  </a:lnTo>
                  <a:lnTo>
                    <a:pt x="627" y="705"/>
                  </a:lnTo>
                  <a:lnTo>
                    <a:pt x="635" y="748"/>
                  </a:lnTo>
                  <a:lnTo>
                    <a:pt x="646" y="788"/>
                  </a:lnTo>
                  <a:lnTo>
                    <a:pt x="660" y="826"/>
                  </a:lnTo>
                  <a:lnTo>
                    <a:pt x="676" y="861"/>
                  </a:lnTo>
                  <a:lnTo>
                    <a:pt x="697" y="893"/>
                  </a:lnTo>
                  <a:lnTo>
                    <a:pt x="714" y="915"/>
                  </a:lnTo>
                  <a:lnTo>
                    <a:pt x="731" y="933"/>
                  </a:lnTo>
                  <a:lnTo>
                    <a:pt x="747" y="945"/>
                  </a:lnTo>
                  <a:lnTo>
                    <a:pt x="761" y="952"/>
                  </a:lnTo>
                  <a:lnTo>
                    <a:pt x="772" y="955"/>
                  </a:lnTo>
                  <a:lnTo>
                    <a:pt x="783" y="952"/>
                  </a:lnTo>
                  <a:lnTo>
                    <a:pt x="797" y="945"/>
                  </a:lnTo>
                  <a:lnTo>
                    <a:pt x="813" y="933"/>
                  </a:lnTo>
                  <a:lnTo>
                    <a:pt x="830" y="915"/>
                  </a:lnTo>
                  <a:lnTo>
                    <a:pt x="848" y="893"/>
                  </a:lnTo>
                  <a:lnTo>
                    <a:pt x="867" y="861"/>
                  </a:lnTo>
                  <a:lnTo>
                    <a:pt x="883" y="826"/>
                  </a:lnTo>
                  <a:lnTo>
                    <a:pt x="897" y="788"/>
                  </a:lnTo>
                  <a:lnTo>
                    <a:pt x="908" y="748"/>
                  </a:lnTo>
                  <a:lnTo>
                    <a:pt x="916" y="705"/>
                  </a:lnTo>
                  <a:lnTo>
                    <a:pt x="921" y="661"/>
                  </a:lnTo>
                  <a:lnTo>
                    <a:pt x="923" y="615"/>
                  </a:lnTo>
                  <a:lnTo>
                    <a:pt x="921" y="570"/>
                  </a:lnTo>
                  <a:lnTo>
                    <a:pt x="916" y="526"/>
                  </a:lnTo>
                  <a:lnTo>
                    <a:pt x="908" y="483"/>
                  </a:lnTo>
                  <a:lnTo>
                    <a:pt x="897" y="442"/>
                  </a:lnTo>
                  <a:lnTo>
                    <a:pt x="883" y="405"/>
                  </a:lnTo>
                  <a:lnTo>
                    <a:pt x="867" y="369"/>
                  </a:lnTo>
                  <a:lnTo>
                    <a:pt x="848" y="338"/>
                  </a:lnTo>
                  <a:lnTo>
                    <a:pt x="830" y="315"/>
                  </a:lnTo>
                  <a:lnTo>
                    <a:pt x="813" y="298"/>
                  </a:lnTo>
                  <a:lnTo>
                    <a:pt x="797" y="286"/>
                  </a:lnTo>
                  <a:lnTo>
                    <a:pt x="783" y="278"/>
                  </a:lnTo>
                  <a:lnTo>
                    <a:pt x="772" y="275"/>
                  </a:lnTo>
                  <a:close/>
                  <a:moveTo>
                    <a:pt x="772" y="0"/>
                  </a:moveTo>
                  <a:lnTo>
                    <a:pt x="815" y="3"/>
                  </a:lnTo>
                  <a:lnTo>
                    <a:pt x="858" y="13"/>
                  </a:lnTo>
                  <a:lnTo>
                    <a:pt x="898" y="28"/>
                  </a:lnTo>
                  <a:lnTo>
                    <a:pt x="937" y="48"/>
                  </a:lnTo>
                  <a:lnTo>
                    <a:pt x="975" y="75"/>
                  </a:lnTo>
                  <a:lnTo>
                    <a:pt x="1010" y="105"/>
                  </a:lnTo>
                  <a:lnTo>
                    <a:pt x="1043" y="140"/>
                  </a:lnTo>
                  <a:lnTo>
                    <a:pt x="1073" y="181"/>
                  </a:lnTo>
                  <a:lnTo>
                    <a:pt x="1100" y="224"/>
                  </a:lnTo>
                  <a:lnTo>
                    <a:pt x="1125" y="271"/>
                  </a:lnTo>
                  <a:lnTo>
                    <a:pt x="1146" y="322"/>
                  </a:lnTo>
                  <a:lnTo>
                    <a:pt x="1164" y="375"/>
                  </a:lnTo>
                  <a:lnTo>
                    <a:pt x="1178" y="432"/>
                  </a:lnTo>
                  <a:lnTo>
                    <a:pt x="1188" y="491"/>
                  </a:lnTo>
                  <a:lnTo>
                    <a:pt x="1195" y="552"/>
                  </a:lnTo>
                  <a:lnTo>
                    <a:pt x="1197" y="615"/>
                  </a:lnTo>
                  <a:lnTo>
                    <a:pt x="1200" y="709"/>
                  </a:lnTo>
                  <a:lnTo>
                    <a:pt x="1208" y="803"/>
                  </a:lnTo>
                  <a:lnTo>
                    <a:pt x="1222" y="896"/>
                  </a:lnTo>
                  <a:lnTo>
                    <a:pt x="1241" y="988"/>
                  </a:lnTo>
                  <a:lnTo>
                    <a:pt x="1266" y="1079"/>
                  </a:lnTo>
                  <a:lnTo>
                    <a:pt x="1295" y="1168"/>
                  </a:lnTo>
                  <a:lnTo>
                    <a:pt x="1330" y="1256"/>
                  </a:lnTo>
                  <a:lnTo>
                    <a:pt x="1364" y="1343"/>
                  </a:lnTo>
                  <a:lnTo>
                    <a:pt x="1396" y="1436"/>
                  </a:lnTo>
                  <a:lnTo>
                    <a:pt x="1426" y="1533"/>
                  </a:lnTo>
                  <a:lnTo>
                    <a:pt x="1452" y="1635"/>
                  </a:lnTo>
                  <a:lnTo>
                    <a:pt x="1476" y="1741"/>
                  </a:lnTo>
                  <a:lnTo>
                    <a:pt x="1496" y="1850"/>
                  </a:lnTo>
                  <a:lnTo>
                    <a:pt x="1512" y="1965"/>
                  </a:lnTo>
                  <a:lnTo>
                    <a:pt x="1527" y="2082"/>
                  </a:lnTo>
                  <a:lnTo>
                    <a:pt x="1536" y="2202"/>
                  </a:lnTo>
                  <a:lnTo>
                    <a:pt x="1542" y="2324"/>
                  </a:lnTo>
                  <a:lnTo>
                    <a:pt x="1544" y="2449"/>
                  </a:lnTo>
                  <a:lnTo>
                    <a:pt x="1542" y="2582"/>
                  </a:lnTo>
                  <a:lnTo>
                    <a:pt x="1535" y="2713"/>
                  </a:lnTo>
                  <a:lnTo>
                    <a:pt x="1524" y="2840"/>
                  </a:lnTo>
                  <a:lnTo>
                    <a:pt x="1520" y="2859"/>
                  </a:lnTo>
                  <a:lnTo>
                    <a:pt x="1509" y="2878"/>
                  </a:lnTo>
                  <a:lnTo>
                    <a:pt x="1496" y="2892"/>
                  </a:lnTo>
                  <a:lnTo>
                    <a:pt x="1478" y="2903"/>
                  </a:lnTo>
                  <a:lnTo>
                    <a:pt x="1459" y="2909"/>
                  </a:lnTo>
                  <a:lnTo>
                    <a:pt x="1439" y="2909"/>
                  </a:lnTo>
                  <a:lnTo>
                    <a:pt x="1420" y="2905"/>
                  </a:lnTo>
                  <a:lnTo>
                    <a:pt x="1402" y="2895"/>
                  </a:lnTo>
                  <a:lnTo>
                    <a:pt x="1346" y="2858"/>
                  </a:lnTo>
                  <a:lnTo>
                    <a:pt x="1286" y="2825"/>
                  </a:lnTo>
                  <a:lnTo>
                    <a:pt x="1222" y="2796"/>
                  </a:lnTo>
                  <a:lnTo>
                    <a:pt x="1154" y="2771"/>
                  </a:lnTo>
                  <a:lnTo>
                    <a:pt x="1083" y="2748"/>
                  </a:lnTo>
                  <a:lnTo>
                    <a:pt x="1009" y="2731"/>
                  </a:lnTo>
                  <a:lnTo>
                    <a:pt x="932" y="2719"/>
                  </a:lnTo>
                  <a:lnTo>
                    <a:pt x="853" y="2711"/>
                  </a:lnTo>
                  <a:lnTo>
                    <a:pt x="772" y="2709"/>
                  </a:lnTo>
                  <a:lnTo>
                    <a:pt x="691" y="2711"/>
                  </a:lnTo>
                  <a:lnTo>
                    <a:pt x="611" y="2719"/>
                  </a:lnTo>
                  <a:lnTo>
                    <a:pt x="535" y="2731"/>
                  </a:lnTo>
                  <a:lnTo>
                    <a:pt x="461" y="2748"/>
                  </a:lnTo>
                  <a:lnTo>
                    <a:pt x="389" y="2771"/>
                  </a:lnTo>
                  <a:lnTo>
                    <a:pt x="322" y="2796"/>
                  </a:lnTo>
                  <a:lnTo>
                    <a:pt x="258" y="2825"/>
                  </a:lnTo>
                  <a:lnTo>
                    <a:pt x="198" y="2858"/>
                  </a:lnTo>
                  <a:lnTo>
                    <a:pt x="142" y="2895"/>
                  </a:lnTo>
                  <a:lnTo>
                    <a:pt x="123" y="2905"/>
                  </a:lnTo>
                  <a:lnTo>
                    <a:pt x="104" y="2909"/>
                  </a:lnTo>
                  <a:lnTo>
                    <a:pt x="84" y="2909"/>
                  </a:lnTo>
                  <a:lnTo>
                    <a:pt x="65" y="2903"/>
                  </a:lnTo>
                  <a:lnTo>
                    <a:pt x="48" y="2892"/>
                  </a:lnTo>
                  <a:lnTo>
                    <a:pt x="34" y="2878"/>
                  </a:lnTo>
                  <a:lnTo>
                    <a:pt x="25" y="2859"/>
                  </a:lnTo>
                  <a:lnTo>
                    <a:pt x="20" y="2840"/>
                  </a:lnTo>
                  <a:lnTo>
                    <a:pt x="9" y="2713"/>
                  </a:lnTo>
                  <a:lnTo>
                    <a:pt x="2" y="2582"/>
                  </a:lnTo>
                  <a:lnTo>
                    <a:pt x="0" y="2449"/>
                  </a:lnTo>
                  <a:lnTo>
                    <a:pt x="2" y="2324"/>
                  </a:lnTo>
                  <a:lnTo>
                    <a:pt x="8" y="2202"/>
                  </a:lnTo>
                  <a:lnTo>
                    <a:pt x="18" y="2082"/>
                  </a:lnTo>
                  <a:lnTo>
                    <a:pt x="31" y="1965"/>
                  </a:lnTo>
                  <a:lnTo>
                    <a:pt x="48" y="1850"/>
                  </a:lnTo>
                  <a:lnTo>
                    <a:pt x="68" y="1741"/>
                  </a:lnTo>
                  <a:lnTo>
                    <a:pt x="91" y="1635"/>
                  </a:lnTo>
                  <a:lnTo>
                    <a:pt x="117" y="1533"/>
                  </a:lnTo>
                  <a:lnTo>
                    <a:pt x="148" y="1436"/>
                  </a:lnTo>
                  <a:lnTo>
                    <a:pt x="180" y="1343"/>
                  </a:lnTo>
                  <a:lnTo>
                    <a:pt x="215" y="1256"/>
                  </a:lnTo>
                  <a:lnTo>
                    <a:pt x="249" y="1167"/>
                  </a:lnTo>
                  <a:lnTo>
                    <a:pt x="279" y="1079"/>
                  </a:lnTo>
                  <a:lnTo>
                    <a:pt x="303" y="988"/>
                  </a:lnTo>
                  <a:lnTo>
                    <a:pt x="322" y="896"/>
                  </a:lnTo>
                  <a:lnTo>
                    <a:pt x="335" y="803"/>
                  </a:lnTo>
                  <a:lnTo>
                    <a:pt x="343" y="709"/>
                  </a:lnTo>
                  <a:lnTo>
                    <a:pt x="346" y="615"/>
                  </a:lnTo>
                  <a:lnTo>
                    <a:pt x="348" y="552"/>
                  </a:lnTo>
                  <a:lnTo>
                    <a:pt x="355" y="491"/>
                  </a:lnTo>
                  <a:lnTo>
                    <a:pt x="365" y="432"/>
                  </a:lnTo>
                  <a:lnTo>
                    <a:pt x="380" y="375"/>
                  </a:lnTo>
                  <a:lnTo>
                    <a:pt x="397" y="322"/>
                  </a:lnTo>
                  <a:lnTo>
                    <a:pt x="420" y="271"/>
                  </a:lnTo>
                  <a:lnTo>
                    <a:pt x="444" y="224"/>
                  </a:lnTo>
                  <a:lnTo>
                    <a:pt x="471" y="181"/>
                  </a:lnTo>
                  <a:lnTo>
                    <a:pt x="501" y="140"/>
                  </a:lnTo>
                  <a:lnTo>
                    <a:pt x="534" y="105"/>
                  </a:lnTo>
                  <a:lnTo>
                    <a:pt x="569" y="75"/>
                  </a:lnTo>
                  <a:lnTo>
                    <a:pt x="606" y="48"/>
                  </a:lnTo>
                  <a:lnTo>
                    <a:pt x="645" y="28"/>
                  </a:lnTo>
                  <a:lnTo>
                    <a:pt x="686" y="13"/>
                  </a:lnTo>
                  <a:lnTo>
                    <a:pt x="729" y="3"/>
                  </a:lnTo>
                  <a:lnTo>
                    <a:pt x="77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62" name="Freeform 338"/>
            <p:cNvSpPr>
              <a:spLocks noEditPoints="1"/>
            </p:cNvSpPr>
            <p:nvPr/>
          </p:nvSpPr>
          <p:spPr bwMode="auto">
            <a:xfrm>
              <a:off x="3114676" y="1925638"/>
              <a:ext cx="106363" cy="201612"/>
            </a:xfrm>
            <a:custGeom>
              <a:avLst/>
              <a:gdLst>
                <a:gd name="T0" fmla="*/ 958 w 1544"/>
                <a:gd name="T1" fmla="*/ 1151 h 2909"/>
                <a:gd name="T2" fmla="*/ 936 w 1544"/>
                <a:gd name="T3" fmla="*/ 1220 h 2909"/>
                <a:gd name="T4" fmla="*/ 1145 w 1544"/>
                <a:gd name="T5" fmla="*/ 2087 h 2909"/>
                <a:gd name="T6" fmla="*/ 1197 w 1544"/>
                <a:gd name="T7" fmla="*/ 2095 h 2909"/>
                <a:gd name="T8" fmla="*/ 1250 w 1544"/>
                <a:gd name="T9" fmla="*/ 2047 h 2909"/>
                <a:gd name="T10" fmla="*/ 1071 w 1544"/>
                <a:gd name="T11" fmla="*/ 1171 h 2909"/>
                <a:gd name="T12" fmla="*/ 1011 w 1544"/>
                <a:gd name="T13" fmla="*/ 1132 h 2909"/>
                <a:gd name="T14" fmla="*/ 484 w 1544"/>
                <a:gd name="T15" fmla="*/ 1156 h 2909"/>
                <a:gd name="T16" fmla="*/ 290 w 1544"/>
                <a:gd name="T17" fmla="*/ 2028 h 2909"/>
                <a:gd name="T18" fmla="*/ 330 w 1544"/>
                <a:gd name="T19" fmla="*/ 2089 h 2909"/>
                <a:gd name="T20" fmla="*/ 382 w 1544"/>
                <a:gd name="T21" fmla="*/ 2094 h 2909"/>
                <a:gd name="T22" fmla="*/ 433 w 1544"/>
                <a:gd name="T23" fmla="*/ 2039 h 2909"/>
                <a:gd name="T24" fmla="*/ 598 w 1544"/>
                <a:gd name="T25" fmla="*/ 1165 h 2909"/>
                <a:gd name="T26" fmla="*/ 533 w 1544"/>
                <a:gd name="T27" fmla="*/ 1132 h 2909"/>
                <a:gd name="T28" fmla="*/ 731 w 1544"/>
                <a:gd name="T29" fmla="*/ 298 h 2909"/>
                <a:gd name="T30" fmla="*/ 661 w 1544"/>
                <a:gd name="T31" fmla="*/ 405 h 2909"/>
                <a:gd name="T32" fmla="*/ 623 w 1544"/>
                <a:gd name="T33" fmla="*/ 570 h 2909"/>
                <a:gd name="T34" fmla="*/ 636 w 1544"/>
                <a:gd name="T35" fmla="*/ 748 h 2909"/>
                <a:gd name="T36" fmla="*/ 696 w 1544"/>
                <a:gd name="T37" fmla="*/ 893 h 2909"/>
                <a:gd name="T38" fmla="*/ 761 w 1544"/>
                <a:gd name="T39" fmla="*/ 952 h 2909"/>
                <a:gd name="T40" fmla="*/ 813 w 1544"/>
                <a:gd name="T41" fmla="*/ 933 h 2909"/>
                <a:gd name="T42" fmla="*/ 884 w 1544"/>
                <a:gd name="T43" fmla="*/ 826 h 2909"/>
                <a:gd name="T44" fmla="*/ 922 w 1544"/>
                <a:gd name="T45" fmla="*/ 661 h 2909"/>
                <a:gd name="T46" fmla="*/ 909 w 1544"/>
                <a:gd name="T47" fmla="*/ 483 h 2909"/>
                <a:gd name="T48" fmla="*/ 847 w 1544"/>
                <a:gd name="T49" fmla="*/ 338 h 2909"/>
                <a:gd name="T50" fmla="*/ 783 w 1544"/>
                <a:gd name="T51" fmla="*/ 278 h 2909"/>
                <a:gd name="T52" fmla="*/ 858 w 1544"/>
                <a:gd name="T53" fmla="*/ 13 h 2909"/>
                <a:gd name="T54" fmla="*/ 1010 w 1544"/>
                <a:gd name="T55" fmla="*/ 105 h 2909"/>
                <a:gd name="T56" fmla="*/ 1124 w 1544"/>
                <a:gd name="T57" fmla="*/ 271 h 2909"/>
                <a:gd name="T58" fmla="*/ 1189 w 1544"/>
                <a:gd name="T59" fmla="*/ 491 h 2909"/>
                <a:gd name="T60" fmla="*/ 1209 w 1544"/>
                <a:gd name="T61" fmla="*/ 803 h 2909"/>
                <a:gd name="T62" fmla="*/ 1295 w 1544"/>
                <a:gd name="T63" fmla="*/ 1168 h 2909"/>
                <a:gd name="T64" fmla="*/ 1427 w 1544"/>
                <a:gd name="T65" fmla="*/ 1533 h 2909"/>
                <a:gd name="T66" fmla="*/ 1513 w 1544"/>
                <a:gd name="T67" fmla="*/ 1965 h 2909"/>
                <a:gd name="T68" fmla="*/ 1544 w 1544"/>
                <a:gd name="T69" fmla="*/ 2449 h 2909"/>
                <a:gd name="T70" fmla="*/ 1519 w 1544"/>
                <a:gd name="T71" fmla="*/ 2859 h 2909"/>
                <a:gd name="T72" fmla="*/ 1460 w 1544"/>
                <a:gd name="T73" fmla="*/ 2909 h 2909"/>
                <a:gd name="T74" fmla="*/ 1346 w 1544"/>
                <a:gd name="T75" fmla="*/ 2858 h 2909"/>
                <a:gd name="T76" fmla="*/ 1083 w 1544"/>
                <a:gd name="T77" fmla="*/ 2748 h 2909"/>
                <a:gd name="T78" fmla="*/ 772 w 1544"/>
                <a:gd name="T79" fmla="*/ 2709 h 2909"/>
                <a:gd name="T80" fmla="*/ 461 w 1544"/>
                <a:gd name="T81" fmla="*/ 2748 h 2909"/>
                <a:gd name="T82" fmla="*/ 198 w 1544"/>
                <a:gd name="T83" fmla="*/ 2858 h 2909"/>
                <a:gd name="T84" fmla="*/ 85 w 1544"/>
                <a:gd name="T85" fmla="*/ 2909 h 2909"/>
                <a:gd name="T86" fmla="*/ 24 w 1544"/>
                <a:gd name="T87" fmla="*/ 2859 h 2909"/>
                <a:gd name="T88" fmla="*/ 0 w 1544"/>
                <a:gd name="T89" fmla="*/ 2449 h 2909"/>
                <a:gd name="T90" fmla="*/ 32 w 1544"/>
                <a:gd name="T91" fmla="*/ 1965 h 2909"/>
                <a:gd name="T92" fmla="*/ 118 w 1544"/>
                <a:gd name="T93" fmla="*/ 1533 h 2909"/>
                <a:gd name="T94" fmla="*/ 249 w 1544"/>
                <a:gd name="T95" fmla="*/ 1167 h 2909"/>
                <a:gd name="T96" fmla="*/ 336 w 1544"/>
                <a:gd name="T97" fmla="*/ 803 h 2909"/>
                <a:gd name="T98" fmla="*/ 356 w 1544"/>
                <a:gd name="T99" fmla="*/ 491 h 2909"/>
                <a:gd name="T100" fmla="*/ 419 w 1544"/>
                <a:gd name="T101" fmla="*/ 271 h 2909"/>
                <a:gd name="T102" fmla="*/ 534 w 1544"/>
                <a:gd name="T103" fmla="*/ 105 h 2909"/>
                <a:gd name="T104" fmla="*/ 686 w 1544"/>
                <a:gd name="T105" fmla="*/ 13 h 2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4" h="2909">
                  <a:moveTo>
                    <a:pt x="1011" y="1132"/>
                  </a:moveTo>
                  <a:lnTo>
                    <a:pt x="992" y="1134"/>
                  </a:lnTo>
                  <a:lnTo>
                    <a:pt x="974" y="1140"/>
                  </a:lnTo>
                  <a:lnTo>
                    <a:pt x="958" y="1151"/>
                  </a:lnTo>
                  <a:lnTo>
                    <a:pt x="946" y="1165"/>
                  </a:lnTo>
                  <a:lnTo>
                    <a:pt x="938" y="1183"/>
                  </a:lnTo>
                  <a:lnTo>
                    <a:pt x="935" y="1201"/>
                  </a:lnTo>
                  <a:lnTo>
                    <a:pt x="936" y="1220"/>
                  </a:lnTo>
                  <a:lnTo>
                    <a:pt x="1111" y="2039"/>
                  </a:lnTo>
                  <a:lnTo>
                    <a:pt x="1117" y="2058"/>
                  </a:lnTo>
                  <a:lnTo>
                    <a:pt x="1129" y="2074"/>
                  </a:lnTo>
                  <a:lnTo>
                    <a:pt x="1145" y="2087"/>
                  </a:lnTo>
                  <a:lnTo>
                    <a:pt x="1162" y="2094"/>
                  </a:lnTo>
                  <a:lnTo>
                    <a:pt x="1182" y="2097"/>
                  </a:lnTo>
                  <a:lnTo>
                    <a:pt x="1189" y="2097"/>
                  </a:lnTo>
                  <a:lnTo>
                    <a:pt x="1197" y="2095"/>
                  </a:lnTo>
                  <a:lnTo>
                    <a:pt x="1215" y="2089"/>
                  </a:lnTo>
                  <a:lnTo>
                    <a:pt x="1230" y="2078"/>
                  </a:lnTo>
                  <a:lnTo>
                    <a:pt x="1242" y="2063"/>
                  </a:lnTo>
                  <a:lnTo>
                    <a:pt x="1250" y="2047"/>
                  </a:lnTo>
                  <a:lnTo>
                    <a:pt x="1254" y="2028"/>
                  </a:lnTo>
                  <a:lnTo>
                    <a:pt x="1252" y="2009"/>
                  </a:lnTo>
                  <a:lnTo>
                    <a:pt x="1077" y="1190"/>
                  </a:lnTo>
                  <a:lnTo>
                    <a:pt x="1071" y="1171"/>
                  </a:lnTo>
                  <a:lnTo>
                    <a:pt x="1060" y="1156"/>
                  </a:lnTo>
                  <a:lnTo>
                    <a:pt x="1046" y="1144"/>
                  </a:lnTo>
                  <a:lnTo>
                    <a:pt x="1029" y="1136"/>
                  </a:lnTo>
                  <a:lnTo>
                    <a:pt x="1011" y="1132"/>
                  </a:lnTo>
                  <a:close/>
                  <a:moveTo>
                    <a:pt x="533" y="1132"/>
                  </a:moveTo>
                  <a:lnTo>
                    <a:pt x="514" y="1136"/>
                  </a:lnTo>
                  <a:lnTo>
                    <a:pt x="498" y="1144"/>
                  </a:lnTo>
                  <a:lnTo>
                    <a:pt x="484" y="1156"/>
                  </a:lnTo>
                  <a:lnTo>
                    <a:pt x="473" y="1171"/>
                  </a:lnTo>
                  <a:lnTo>
                    <a:pt x="467" y="1190"/>
                  </a:lnTo>
                  <a:lnTo>
                    <a:pt x="291" y="2009"/>
                  </a:lnTo>
                  <a:lnTo>
                    <a:pt x="290" y="2028"/>
                  </a:lnTo>
                  <a:lnTo>
                    <a:pt x="293" y="2047"/>
                  </a:lnTo>
                  <a:lnTo>
                    <a:pt x="301" y="2063"/>
                  </a:lnTo>
                  <a:lnTo>
                    <a:pt x="314" y="2078"/>
                  </a:lnTo>
                  <a:lnTo>
                    <a:pt x="330" y="2089"/>
                  </a:lnTo>
                  <a:lnTo>
                    <a:pt x="348" y="2095"/>
                  </a:lnTo>
                  <a:lnTo>
                    <a:pt x="355" y="2097"/>
                  </a:lnTo>
                  <a:lnTo>
                    <a:pt x="363" y="2097"/>
                  </a:lnTo>
                  <a:lnTo>
                    <a:pt x="382" y="2094"/>
                  </a:lnTo>
                  <a:lnTo>
                    <a:pt x="400" y="2087"/>
                  </a:lnTo>
                  <a:lnTo>
                    <a:pt x="415" y="2074"/>
                  </a:lnTo>
                  <a:lnTo>
                    <a:pt x="426" y="2058"/>
                  </a:lnTo>
                  <a:lnTo>
                    <a:pt x="433" y="2039"/>
                  </a:lnTo>
                  <a:lnTo>
                    <a:pt x="608" y="1220"/>
                  </a:lnTo>
                  <a:lnTo>
                    <a:pt x="610" y="1201"/>
                  </a:lnTo>
                  <a:lnTo>
                    <a:pt x="606" y="1183"/>
                  </a:lnTo>
                  <a:lnTo>
                    <a:pt x="598" y="1165"/>
                  </a:lnTo>
                  <a:lnTo>
                    <a:pt x="586" y="1151"/>
                  </a:lnTo>
                  <a:lnTo>
                    <a:pt x="570" y="1140"/>
                  </a:lnTo>
                  <a:lnTo>
                    <a:pt x="552" y="1134"/>
                  </a:lnTo>
                  <a:lnTo>
                    <a:pt x="533" y="1132"/>
                  </a:lnTo>
                  <a:close/>
                  <a:moveTo>
                    <a:pt x="772" y="275"/>
                  </a:moveTo>
                  <a:lnTo>
                    <a:pt x="761" y="278"/>
                  </a:lnTo>
                  <a:lnTo>
                    <a:pt x="747" y="286"/>
                  </a:lnTo>
                  <a:lnTo>
                    <a:pt x="731" y="298"/>
                  </a:lnTo>
                  <a:lnTo>
                    <a:pt x="714" y="315"/>
                  </a:lnTo>
                  <a:lnTo>
                    <a:pt x="696" y="338"/>
                  </a:lnTo>
                  <a:lnTo>
                    <a:pt x="677" y="369"/>
                  </a:lnTo>
                  <a:lnTo>
                    <a:pt x="661" y="405"/>
                  </a:lnTo>
                  <a:lnTo>
                    <a:pt x="647" y="442"/>
                  </a:lnTo>
                  <a:lnTo>
                    <a:pt x="636" y="483"/>
                  </a:lnTo>
                  <a:lnTo>
                    <a:pt x="628" y="526"/>
                  </a:lnTo>
                  <a:lnTo>
                    <a:pt x="623" y="570"/>
                  </a:lnTo>
                  <a:lnTo>
                    <a:pt x="621" y="615"/>
                  </a:lnTo>
                  <a:lnTo>
                    <a:pt x="623" y="661"/>
                  </a:lnTo>
                  <a:lnTo>
                    <a:pt x="628" y="705"/>
                  </a:lnTo>
                  <a:lnTo>
                    <a:pt x="636" y="748"/>
                  </a:lnTo>
                  <a:lnTo>
                    <a:pt x="647" y="788"/>
                  </a:lnTo>
                  <a:lnTo>
                    <a:pt x="661" y="826"/>
                  </a:lnTo>
                  <a:lnTo>
                    <a:pt x="677" y="861"/>
                  </a:lnTo>
                  <a:lnTo>
                    <a:pt x="696" y="893"/>
                  </a:lnTo>
                  <a:lnTo>
                    <a:pt x="714" y="915"/>
                  </a:lnTo>
                  <a:lnTo>
                    <a:pt x="731" y="933"/>
                  </a:lnTo>
                  <a:lnTo>
                    <a:pt x="747" y="945"/>
                  </a:lnTo>
                  <a:lnTo>
                    <a:pt x="761" y="952"/>
                  </a:lnTo>
                  <a:lnTo>
                    <a:pt x="772" y="955"/>
                  </a:lnTo>
                  <a:lnTo>
                    <a:pt x="783" y="952"/>
                  </a:lnTo>
                  <a:lnTo>
                    <a:pt x="797" y="945"/>
                  </a:lnTo>
                  <a:lnTo>
                    <a:pt x="813" y="933"/>
                  </a:lnTo>
                  <a:lnTo>
                    <a:pt x="830" y="915"/>
                  </a:lnTo>
                  <a:lnTo>
                    <a:pt x="847" y="893"/>
                  </a:lnTo>
                  <a:lnTo>
                    <a:pt x="868" y="861"/>
                  </a:lnTo>
                  <a:lnTo>
                    <a:pt x="884" y="826"/>
                  </a:lnTo>
                  <a:lnTo>
                    <a:pt x="898" y="788"/>
                  </a:lnTo>
                  <a:lnTo>
                    <a:pt x="909" y="748"/>
                  </a:lnTo>
                  <a:lnTo>
                    <a:pt x="917" y="705"/>
                  </a:lnTo>
                  <a:lnTo>
                    <a:pt x="922" y="661"/>
                  </a:lnTo>
                  <a:lnTo>
                    <a:pt x="924" y="615"/>
                  </a:lnTo>
                  <a:lnTo>
                    <a:pt x="922" y="570"/>
                  </a:lnTo>
                  <a:lnTo>
                    <a:pt x="917" y="526"/>
                  </a:lnTo>
                  <a:lnTo>
                    <a:pt x="909" y="483"/>
                  </a:lnTo>
                  <a:lnTo>
                    <a:pt x="898" y="442"/>
                  </a:lnTo>
                  <a:lnTo>
                    <a:pt x="884" y="405"/>
                  </a:lnTo>
                  <a:lnTo>
                    <a:pt x="868" y="369"/>
                  </a:lnTo>
                  <a:lnTo>
                    <a:pt x="847" y="338"/>
                  </a:lnTo>
                  <a:lnTo>
                    <a:pt x="830" y="315"/>
                  </a:lnTo>
                  <a:lnTo>
                    <a:pt x="813" y="298"/>
                  </a:lnTo>
                  <a:lnTo>
                    <a:pt x="797" y="286"/>
                  </a:lnTo>
                  <a:lnTo>
                    <a:pt x="783" y="278"/>
                  </a:lnTo>
                  <a:lnTo>
                    <a:pt x="772" y="275"/>
                  </a:lnTo>
                  <a:close/>
                  <a:moveTo>
                    <a:pt x="772" y="0"/>
                  </a:moveTo>
                  <a:lnTo>
                    <a:pt x="815" y="3"/>
                  </a:lnTo>
                  <a:lnTo>
                    <a:pt x="858" y="13"/>
                  </a:lnTo>
                  <a:lnTo>
                    <a:pt x="899" y="28"/>
                  </a:lnTo>
                  <a:lnTo>
                    <a:pt x="938" y="48"/>
                  </a:lnTo>
                  <a:lnTo>
                    <a:pt x="975" y="75"/>
                  </a:lnTo>
                  <a:lnTo>
                    <a:pt x="1010" y="105"/>
                  </a:lnTo>
                  <a:lnTo>
                    <a:pt x="1042" y="140"/>
                  </a:lnTo>
                  <a:lnTo>
                    <a:pt x="1073" y="181"/>
                  </a:lnTo>
                  <a:lnTo>
                    <a:pt x="1100" y="224"/>
                  </a:lnTo>
                  <a:lnTo>
                    <a:pt x="1124" y="271"/>
                  </a:lnTo>
                  <a:lnTo>
                    <a:pt x="1147" y="322"/>
                  </a:lnTo>
                  <a:lnTo>
                    <a:pt x="1164" y="375"/>
                  </a:lnTo>
                  <a:lnTo>
                    <a:pt x="1179" y="432"/>
                  </a:lnTo>
                  <a:lnTo>
                    <a:pt x="1189" y="491"/>
                  </a:lnTo>
                  <a:lnTo>
                    <a:pt x="1196" y="552"/>
                  </a:lnTo>
                  <a:lnTo>
                    <a:pt x="1198" y="615"/>
                  </a:lnTo>
                  <a:lnTo>
                    <a:pt x="1201" y="709"/>
                  </a:lnTo>
                  <a:lnTo>
                    <a:pt x="1209" y="803"/>
                  </a:lnTo>
                  <a:lnTo>
                    <a:pt x="1222" y="896"/>
                  </a:lnTo>
                  <a:lnTo>
                    <a:pt x="1241" y="988"/>
                  </a:lnTo>
                  <a:lnTo>
                    <a:pt x="1266" y="1079"/>
                  </a:lnTo>
                  <a:lnTo>
                    <a:pt x="1295" y="1168"/>
                  </a:lnTo>
                  <a:lnTo>
                    <a:pt x="1329" y="1256"/>
                  </a:lnTo>
                  <a:lnTo>
                    <a:pt x="1364" y="1343"/>
                  </a:lnTo>
                  <a:lnTo>
                    <a:pt x="1396" y="1436"/>
                  </a:lnTo>
                  <a:lnTo>
                    <a:pt x="1427" y="1533"/>
                  </a:lnTo>
                  <a:lnTo>
                    <a:pt x="1453" y="1635"/>
                  </a:lnTo>
                  <a:lnTo>
                    <a:pt x="1476" y="1741"/>
                  </a:lnTo>
                  <a:lnTo>
                    <a:pt x="1496" y="1850"/>
                  </a:lnTo>
                  <a:lnTo>
                    <a:pt x="1513" y="1965"/>
                  </a:lnTo>
                  <a:lnTo>
                    <a:pt x="1526" y="2082"/>
                  </a:lnTo>
                  <a:lnTo>
                    <a:pt x="1536" y="2202"/>
                  </a:lnTo>
                  <a:lnTo>
                    <a:pt x="1542" y="2324"/>
                  </a:lnTo>
                  <a:lnTo>
                    <a:pt x="1544" y="2449"/>
                  </a:lnTo>
                  <a:lnTo>
                    <a:pt x="1542" y="2582"/>
                  </a:lnTo>
                  <a:lnTo>
                    <a:pt x="1535" y="2713"/>
                  </a:lnTo>
                  <a:lnTo>
                    <a:pt x="1524" y="2840"/>
                  </a:lnTo>
                  <a:lnTo>
                    <a:pt x="1519" y="2859"/>
                  </a:lnTo>
                  <a:lnTo>
                    <a:pt x="1510" y="2878"/>
                  </a:lnTo>
                  <a:lnTo>
                    <a:pt x="1496" y="2892"/>
                  </a:lnTo>
                  <a:lnTo>
                    <a:pt x="1479" y="2903"/>
                  </a:lnTo>
                  <a:lnTo>
                    <a:pt x="1460" y="2909"/>
                  </a:lnTo>
                  <a:lnTo>
                    <a:pt x="1440" y="2909"/>
                  </a:lnTo>
                  <a:lnTo>
                    <a:pt x="1421" y="2905"/>
                  </a:lnTo>
                  <a:lnTo>
                    <a:pt x="1402" y="2895"/>
                  </a:lnTo>
                  <a:lnTo>
                    <a:pt x="1346" y="2858"/>
                  </a:lnTo>
                  <a:lnTo>
                    <a:pt x="1286" y="2825"/>
                  </a:lnTo>
                  <a:lnTo>
                    <a:pt x="1222" y="2796"/>
                  </a:lnTo>
                  <a:lnTo>
                    <a:pt x="1155" y="2771"/>
                  </a:lnTo>
                  <a:lnTo>
                    <a:pt x="1083" y="2748"/>
                  </a:lnTo>
                  <a:lnTo>
                    <a:pt x="1009" y="2731"/>
                  </a:lnTo>
                  <a:lnTo>
                    <a:pt x="933" y="2719"/>
                  </a:lnTo>
                  <a:lnTo>
                    <a:pt x="853" y="2711"/>
                  </a:lnTo>
                  <a:lnTo>
                    <a:pt x="772" y="2709"/>
                  </a:lnTo>
                  <a:lnTo>
                    <a:pt x="691" y="2711"/>
                  </a:lnTo>
                  <a:lnTo>
                    <a:pt x="612" y="2719"/>
                  </a:lnTo>
                  <a:lnTo>
                    <a:pt x="535" y="2731"/>
                  </a:lnTo>
                  <a:lnTo>
                    <a:pt x="461" y="2748"/>
                  </a:lnTo>
                  <a:lnTo>
                    <a:pt x="390" y="2771"/>
                  </a:lnTo>
                  <a:lnTo>
                    <a:pt x="322" y="2796"/>
                  </a:lnTo>
                  <a:lnTo>
                    <a:pt x="258" y="2825"/>
                  </a:lnTo>
                  <a:lnTo>
                    <a:pt x="198" y="2858"/>
                  </a:lnTo>
                  <a:lnTo>
                    <a:pt x="142" y="2895"/>
                  </a:lnTo>
                  <a:lnTo>
                    <a:pt x="124" y="2905"/>
                  </a:lnTo>
                  <a:lnTo>
                    <a:pt x="105" y="2909"/>
                  </a:lnTo>
                  <a:lnTo>
                    <a:pt x="85" y="2909"/>
                  </a:lnTo>
                  <a:lnTo>
                    <a:pt x="66" y="2903"/>
                  </a:lnTo>
                  <a:lnTo>
                    <a:pt x="48" y="2892"/>
                  </a:lnTo>
                  <a:lnTo>
                    <a:pt x="35" y="2878"/>
                  </a:lnTo>
                  <a:lnTo>
                    <a:pt x="24" y="2859"/>
                  </a:lnTo>
                  <a:lnTo>
                    <a:pt x="20" y="2840"/>
                  </a:lnTo>
                  <a:lnTo>
                    <a:pt x="9" y="2713"/>
                  </a:lnTo>
                  <a:lnTo>
                    <a:pt x="2" y="2582"/>
                  </a:lnTo>
                  <a:lnTo>
                    <a:pt x="0" y="2449"/>
                  </a:lnTo>
                  <a:lnTo>
                    <a:pt x="2" y="2324"/>
                  </a:lnTo>
                  <a:lnTo>
                    <a:pt x="8" y="2202"/>
                  </a:lnTo>
                  <a:lnTo>
                    <a:pt x="17" y="2082"/>
                  </a:lnTo>
                  <a:lnTo>
                    <a:pt x="32" y="1965"/>
                  </a:lnTo>
                  <a:lnTo>
                    <a:pt x="48" y="1850"/>
                  </a:lnTo>
                  <a:lnTo>
                    <a:pt x="68" y="1741"/>
                  </a:lnTo>
                  <a:lnTo>
                    <a:pt x="92" y="1635"/>
                  </a:lnTo>
                  <a:lnTo>
                    <a:pt x="118" y="1533"/>
                  </a:lnTo>
                  <a:lnTo>
                    <a:pt x="147" y="1436"/>
                  </a:lnTo>
                  <a:lnTo>
                    <a:pt x="180" y="1343"/>
                  </a:lnTo>
                  <a:lnTo>
                    <a:pt x="214" y="1256"/>
                  </a:lnTo>
                  <a:lnTo>
                    <a:pt x="249" y="1167"/>
                  </a:lnTo>
                  <a:lnTo>
                    <a:pt x="279" y="1079"/>
                  </a:lnTo>
                  <a:lnTo>
                    <a:pt x="303" y="988"/>
                  </a:lnTo>
                  <a:lnTo>
                    <a:pt x="323" y="896"/>
                  </a:lnTo>
                  <a:lnTo>
                    <a:pt x="336" y="803"/>
                  </a:lnTo>
                  <a:lnTo>
                    <a:pt x="344" y="709"/>
                  </a:lnTo>
                  <a:lnTo>
                    <a:pt x="347" y="615"/>
                  </a:lnTo>
                  <a:lnTo>
                    <a:pt x="349" y="552"/>
                  </a:lnTo>
                  <a:lnTo>
                    <a:pt x="356" y="491"/>
                  </a:lnTo>
                  <a:lnTo>
                    <a:pt x="366" y="432"/>
                  </a:lnTo>
                  <a:lnTo>
                    <a:pt x="380" y="375"/>
                  </a:lnTo>
                  <a:lnTo>
                    <a:pt x="398" y="322"/>
                  </a:lnTo>
                  <a:lnTo>
                    <a:pt x="419" y="271"/>
                  </a:lnTo>
                  <a:lnTo>
                    <a:pt x="444" y="224"/>
                  </a:lnTo>
                  <a:lnTo>
                    <a:pt x="471" y="181"/>
                  </a:lnTo>
                  <a:lnTo>
                    <a:pt x="501" y="140"/>
                  </a:lnTo>
                  <a:lnTo>
                    <a:pt x="534" y="105"/>
                  </a:lnTo>
                  <a:lnTo>
                    <a:pt x="569" y="75"/>
                  </a:lnTo>
                  <a:lnTo>
                    <a:pt x="607" y="48"/>
                  </a:lnTo>
                  <a:lnTo>
                    <a:pt x="646" y="28"/>
                  </a:lnTo>
                  <a:lnTo>
                    <a:pt x="686" y="13"/>
                  </a:lnTo>
                  <a:lnTo>
                    <a:pt x="729" y="3"/>
                  </a:lnTo>
                  <a:lnTo>
                    <a:pt x="77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sp>
        <p:nvSpPr>
          <p:cNvPr id="63" name="TextBox 62"/>
          <p:cNvSpPr txBox="1"/>
          <p:nvPr>
            <p:custDataLst>
              <p:tags r:id="rId11"/>
            </p:custDataLst>
          </p:nvPr>
        </p:nvSpPr>
        <p:spPr>
          <a:xfrm>
            <a:off x="6818316" y="3655632"/>
            <a:ext cx="5096316" cy="1015663"/>
          </a:xfrm>
          <a:prstGeom prst="rect">
            <a:avLst/>
          </a:prstGeom>
          <a:noFill/>
          <a:ln>
            <a:noFill/>
          </a:ln>
        </p:spPr>
        <p:txBody>
          <a:bodyPr wrap="square" rtlCol="0">
            <a:spAutoFit/>
          </a:bodyPr>
          <a:lstStyle/>
          <a:p>
            <a:r>
              <a:rPr lang="fr-CA" sz="1000" dirty="0">
                <a:solidFill>
                  <a:schemeClr val="tx1">
                    <a:lumMod val="85000"/>
                    <a:lumOff val="15000"/>
                  </a:schemeClr>
                </a:solidFill>
                <a:latin typeface="Nunito" pitchFamily="2" charset="0"/>
              </a:rPr>
              <a:t>Oui bien entendu. En fait, </a:t>
            </a:r>
            <a:r>
              <a:rPr lang="fr-CA" sz="1000" b="1" u="sng" dirty="0">
                <a:solidFill>
                  <a:schemeClr val="tx1">
                    <a:lumMod val="85000"/>
                    <a:lumOff val="15000"/>
                  </a:schemeClr>
                </a:solidFill>
                <a:latin typeface="Nunito" pitchFamily="2" charset="0"/>
              </a:rPr>
              <a:t>on vous encourage fortement à bonifier la visibilité locale </a:t>
            </a:r>
            <a:r>
              <a:rPr lang="fr-CA" sz="1000" dirty="0">
                <a:solidFill>
                  <a:schemeClr val="tx1">
                    <a:lumMod val="85000"/>
                    <a:lumOff val="15000"/>
                  </a:schemeClr>
                </a:solidFill>
                <a:latin typeface="Nunito" pitchFamily="2" charset="0"/>
              </a:rPr>
              <a:t>déjà planifiée par le siège social. Plus, il y aura de bruit fait par l'ensemble des magasins, plus nous avons de chances de faire de cet événement un succès commercial. Nous demeurons à votre disposition pour discuter des différentes stratégies et tactiques locales pour générer encore plus de visibilité. </a:t>
            </a:r>
          </a:p>
          <a:p>
            <a:pPr lvl="0"/>
            <a:endParaRPr lang="fr-CA" sz="1000" dirty="0">
              <a:solidFill>
                <a:schemeClr val="tx1">
                  <a:lumMod val="85000"/>
                  <a:lumOff val="15000"/>
                </a:schemeClr>
              </a:solidFill>
              <a:latin typeface="Nunito" pitchFamily="2" charset="0"/>
            </a:endParaRPr>
          </a:p>
        </p:txBody>
      </p:sp>
      <p:sp>
        <p:nvSpPr>
          <p:cNvPr id="64" name="TextBox 63"/>
          <p:cNvSpPr txBox="1"/>
          <p:nvPr>
            <p:custDataLst>
              <p:tags r:id="rId12"/>
            </p:custDataLst>
          </p:nvPr>
        </p:nvSpPr>
        <p:spPr>
          <a:xfrm>
            <a:off x="6818315" y="3230150"/>
            <a:ext cx="5181517" cy="461665"/>
          </a:xfrm>
          <a:prstGeom prst="rect">
            <a:avLst/>
          </a:prstGeom>
          <a:noFill/>
        </p:spPr>
        <p:txBody>
          <a:bodyPr wrap="square" rtlCol="0">
            <a:spAutoFit/>
          </a:bodyPr>
          <a:lstStyle/>
          <a:p>
            <a:r>
              <a:rPr lang="fr-CA" sz="1200" b="1" dirty="0">
                <a:solidFill>
                  <a:srgbClr val="1447AB"/>
                </a:solidFill>
                <a:latin typeface="Nunito" pitchFamily="2" charset="0"/>
              </a:rPr>
              <a:t>Est-ce possible de bonifier ma visibilité locale en plus de ce que le siège social fera? </a:t>
            </a:r>
            <a:endParaRPr lang="id-ID" sz="1200" b="1" dirty="0">
              <a:solidFill>
                <a:srgbClr val="1447AB"/>
              </a:solidFill>
              <a:latin typeface="Nunito" pitchFamily="2" charset="0"/>
            </a:endParaRPr>
          </a:p>
        </p:txBody>
      </p:sp>
      <p:sp>
        <p:nvSpPr>
          <p:cNvPr id="65" name="TextBox 64"/>
          <p:cNvSpPr txBox="1"/>
          <p:nvPr>
            <p:custDataLst>
              <p:tags r:id="rId13"/>
            </p:custDataLst>
          </p:nvPr>
        </p:nvSpPr>
        <p:spPr>
          <a:xfrm>
            <a:off x="6818316" y="4945258"/>
            <a:ext cx="5096316" cy="400110"/>
          </a:xfrm>
          <a:prstGeom prst="rect">
            <a:avLst/>
          </a:prstGeom>
          <a:noFill/>
          <a:ln>
            <a:noFill/>
          </a:ln>
        </p:spPr>
        <p:txBody>
          <a:bodyPr wrap="square" rtlCol="0">
            <a:spAutoFit/>
          </a:bodyPr>
          <a:lstStyle/>
          <a:p>
            <a:r>
              <a:rPr lang="fr-CA" sz="1000" dirty="0">
                <a:solidFill>
                  <a:schemeClr val="tx1">
                    <a:lumMod val="85000"/>
                    <a:lumOff val="15000"/>
                  </a:schemeClr>
                </a:solidFill>
                <a:latin typeface="Nunito" pitchFamily="2" charset="0"/>
              </a:rPr>
              <a:t>Au contraire, vous bénéficierez d’une visibilité accrue et d’un plan marketing massif qui vous aidera à mousser votre évènement. </a:t>
            </a:r>
          </a:p>
        </p:txBody>
      </p:sp>
      <p:sp>
        <p:nvSpPr>
          <p:cNvPr id="66" name="TextBox 65"/>
          <p:cNvSpPr txBox="1"/>
          <p:nvPr>
            <p:custDataLst>
              <p:tags r:id="rId14"/>
            </p:custDataLst>
          </p:nvPr>
        </p:nvSpPr>
        <p:spPr>
          <a:xfrm>
            <a:off x="6818316" y="4543225"/>
            <a:ext cx="5351918" cy="461665"/>
          </a:xfrm>
          <a:prstGeom prst="rect">
            <a:avLst/>
          </a:prstGeom>
          <a:noFill/>
        </p:spPr>
        <p:txBody>
          <a:bodyPr wrap="square" rtlCol="0">
            <a:spAutoFit/>
          </a:bodyPr>
          <a:lstStyle/>
          <a:p>
            <a:r>
              <a:rPr lang="fr-CA" sz="1200" b="1" dirty="0">
                <a:solidFill>
                  <a:srgbClr val="1447AB"/>
                </a:solidFill>
                <a:latin typeface="Nunito" pitchFamily="2" charset="0"/>
              </a:rPr>
              <a:t>Je fais déjà un évènement ce weekend depuis des années, est-ce que cette initiative va me nuire? </a:t>
            </a:r>
            <a:endParaRPr lang="id-ID" sz="1200" b="1" dirty="0">
              <a:solidFill>
                <a:srgbClr val="1447AB"/>
              </a:solidFill>
              <a:latin typeface="Nunito" pitchFamily="2" charset="0"/>
            </a:endParaRPr>
          </a:p>
        </p:txBody>
      </p:sp>
      <p:grpSp>
        <p:nvGrpSpPr>
          <p:cNvPr id="77" name="Group 76"/>
          <p:cNvGrpSpPr/>
          <p:nvPr>
            <p:custDataLst>
              <p:tags r:id="rId15"/>
            </p:custDataLst>
          </p:nvPr>
        </p:nvGrpSpPr>
        <p:grpSpPr>
          <a:xfrm>
            <a:off x="5940226" y="3451419"/>
            <a:ext cx="424438" cy="421469"/>
            <a:chOff x="898525" y="2014538"/>
            <a:chExt cx="227013" cy="225425"/>
          </a:xfrm>
          <a:solidFill>
            <a:schemeClr val="accent1"/>
          </a:solidFill>
        </p:grpSpPr>
        <p:sp>
          <p:nvSpPr>
            <p:cNvPr id="78" name="Freeform 26"/>
            <p:cNvSpPr>
              <a:spLocks noEditPoints="1"/>
            </p:cNvSpPr>
            <p:nvPr/>
          </p:nvSpPr>
          <p:spPr bwMode="auto">
            <a:xfrm>
              <a:off x="898525" y="2014538"/>
              <a:ext cx="227013" cy="61913"/>
            </a:xfrm>
            <a:custGeom>
              <a:avLst/>
              <a:gdLst>
                <a:gd name="T0" fmla="*/ 1405 w 3425"/>
                <a:gd name="T1" fmla="*/ 190 h 940"/>
                <a:gd name="T2" fmla="*/ 629 w 3425"/>
                <a:gd name="T3" fmla="*/ 750 h 940"/>
                <a:gd name="T4" fmla="*/ 632 w 3425"/>
                <a:gd name="T5" fmla="*/ 0 h 940"/>
                <a:gd name="T6" fmla="*/ 752 w 3425"/>
                <a:gd name="T7" fmla="*/ 44 h 940"/>
                <a:gd name="T8" fmla="*/ 814 w 3425"/>
                <a:gd name="T9" fmla="*/ 152 h 940"/>
                <a:gd name="T10" fmla="*/ 1055 w 3425"/>
                <a:gd name="T11" fmla="*/ 186 h 940"/>
                <a:gd name="T12" fmla="*/ 1098 w 3425"/>
                <a:gd name="T13" fmla="*/ 67 h 940"/>
                <a:gd name="T14" fmla="*/ 1207 w 3425"/>
                <a:gd name="T15" fmla="*/ 3 h 940"/>
                <a:gd name="T16" fmla="*/ 1474 w 3425"/>
                <a:gd name="T17" fmla="*/ 12 h 940"/>
                <a:gd name="T18" fmla="*/ 1568 w 3425"/>
                <a:gd name="T19" fmla="*/ 92 h 940"/>
                <a:gd name="T20" fmla="*/ 1594 w 3425"/>
                <a:gd name="T21" fmla="*/ 375 h 940"/>
                <a:gd name="T22" fmla="*/ 1843 w 3425"/>
                <a:gd name="T23" fmla="*/ 121 h 940"/>
                <a:gd name="T24" fmla="*/ 1923 w 3425"/>
                <a:gd name="T25" fmla="*/ 25 h 940"/>
                <a:gd name="T26" fmla="*/ 2185 w 3425"/>
                <a:gd name="T27" fmla="*/ 0 h 940"/>
                <a:gd name="T28" fmla="*/ 2305 w 3425"/>
                <a:gd name="T29" fmla="*/ 44 h 940"/>
                <a:gd name="T30" fmla="*/ 2367 w 3425"/>
                <a:gd name="T31" fmla="*/ 152 h 940"/>
                <a:gd name="T32" fmla="*/ 2607 w 3425"/>
                <a:gd name="T33" fmla="*/ 186 h 940"/>
                <a:gd name="T34" fmla="*/ 2651 w 3425"/>
                <a:gd name="T35" fmla="*/ 67 h 940"/>
                <a:gd name="T36" fmla="*/ 2759 w 3425"/>
                <a:gd name="T37" fmla="*/ 3 h 940"/>
                <a:gd name="T38" fmla="*/ 3026 w 3425"/>
                <a:gd name="T39" fmla="*/ 12 h 940"/>
                <a:gd name="T40" fmla="*/ 3121 w 3425"/>
                <a:gd name="T41" fmla="*/ 92 h 940"/>
                <a:gd name="T42" fmla="*/ 3147 w 3425"/>
                <a:gd name="T43" fmla="*/ 375 h 940"/>
                <a:gd name="T44" fmla="*/ 3389 w 3425"/>
                <a:gd name="T45" fmla="*/ 396 h 940"/>
                <a:gd name="T46" fmla="*/ 3425 w 3425"/>
                <a:gd name="T47" fmla="*/ 470 h 940"/>
                <a:gd name="T48" fmla="*/ 3389 w 3425"/>
                <a:gd name="T49" fmla="*/ 544 h 940"/>
                <a:gd name="T50" fmla="*/ 3147 w 3425"/>
                <a:gd name="T51" fmla="*/ 565 h 940"/>
                <a:gd name="T52" fmla="*/ 3121 w 3425"/>
                <a:gd name="T53" fmla="*/ 848 h 940"/>
                <a:gd name="T54" fmla="*/ 3026 w 3425"/>
                <a:gd name="T55" fmla="*/ 928 h 940"/>
                <a:gd name="T56" fmla="*/ 2759 w 3425"/>
                <a:gd name="T57" fmla="*/ 937 h 940"/>
                <a:gd name="T58" fmla="*/ 2651 w 3425"/>
                <a:gd name="T59" fmla="*/ 873 h 940"/>
                <a:gd name="T60" fmla="*/ 2607 w 3425"/>
                <a:gd name="T61" fmla="*/ 754 h 940"/>
                <a:gd name="T62" fmla="*/ 2367 w 3425"/>
                <a:gd name="T63" fmla="*/ 788 h 940"/>
                <a:gd name="T64" fmla="*/ 2305 w 3425"/>
                <a:gd name="T65" fmla="*/ 896 h 940"/>
                <a:gd name="T66" fmla="*/ 2185 w 3425"/>
                <a:gd name="T67" fmla="*/ 940 h 940"/>
                <a:gd name="T68" fmla="*/ 1923 w 3425"/>
                <a:gd name="T69" fmla="*/ 915 h 940"/>
                <a:gd name="T70" fmla="*/ 1843 w 3425"/>
                <a:gd name="T71" fmla="*/ 819 h 940"/>
                <a:gd name="T72" fmla="*/ 1594 w 3425"/>
                <a:gd name="T73" fmla="*/ 565 h 940"/>
                <a:gd name="T74" fmla="*/ 1568 w 3425"/>
                <a:gd name="T75" fmla="*/ 848 h 940"/>
                <a:gd name="T76" fmla="*/ 1474 w 3425"/>
                <a:gd name="T77" fmla="*/ 928 h 940"/>
                <a:gd name="T78" fmla="*/ 1207 w 3425"/>
                <a:gd name="T79" fmla="*/ 937 h 940"/>
                <a:gd name="T80" fmla="*/ 1098 w 3425"/>
                <a:gd name="T81" fmla="*/ 873 h 940"/>
                <a:gd name="T82" fmla="*/ 1055 w 3425"/>
                <a:gd name="T83" fmla="*/ 754 h 940"/>
                <a:gd name="T84" fmla="*/ 814 w 3425"/>
                <a:gd name="T85" fmla="*/ 788 h 940"/>
                <a:gd name="T86" fmla="*/ 752 w 3425"/>
                <a:gd name="T87" fmla="*/ 896 h 940"/>
                <a:gd name="T88" fmla="*/ 632 w 3425"/>
                <a:gd name="T89" fmla="*/ 940 h 940"/>
                <a:gd name="T90" fmla="*/ 370 w 3425"/>
                <a:gd name="T91" fmla="*/ 915 h 940"/>
                <a:gd name="T92" fmla="*/ 290 w 3425"/>
                <a:gd name="T93" fmla="*/ 819 h 940"/>
                <a:gd name="T94" fmla="*/ 95 w 3425"/>
                <a:gd name="T95" fmla="*/ 565 h 940"/>
                <a:gd name="T96" fmla="*/ 21 w 3425"/>
                <a:gd name="T97" fmla="*/ 529 h 940"/>
                <a:gd name="T98" fmla="*/ 3 w 3425"/>
                <a:gd name="T99" fmla="*/ 448 h 940"/>
                <a:gd name="T100" fmla="*/ 53 w 3425"/>
                <a:gd name="T101" fmla="*/ 385 h 940"/>
                <a:gd name="T102" fmla="*/ 279 w 3425"/>
                <a:gd name="T103" fmla="*/ 186 h 940"/>
                <a:gd name="T104" fmla="*/ 322 w 3425"/>
                <a:gd name="T105" fmla="*/ 67 h 940"/>
                <a:gd name="T106" fmla="*/ 431 w 3425"/>
                <a:gd name="T107" fmla="*/ 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25" h="940">
                  <a:moveTo>
                    <a:pt x="1244" y="190"/>
                  </a:moveTo>
                  <a:lnTo>
                    <a:pt x="1244" y="750"/>
                  </a:lnTo>
                  <a:lnTo>
                    <a:pt x="1405" y="750"/>
                  </a:lnTo>
                  <a:lnTo>
                    <a:pt x="1405" y="190"/>
                  </a:lnTo>
                  <a:lnTo>
                    <a:pt x="1244" y="190"/>
                  </a:lnTo>
                  <a:close/>
                  <a:moveTo>
                    <a:pt x="468" y="190"/>
                  </a:moveTo>
                  <a:lnTo>
                    <a:pt x="468" y="750"/>
                  </a:lnTo>
                  <a:lnTo>
                    <a:pt x="629" y="750"/>
                  </a:lnTo>
                  <a:lnTo>
                    <a:pt x="629" y="190"/>
                  </a:lnTo>
                  <a:lnTo>
                    <a:pt x="468" y="190"/>
                  </a:lnTo>
                  <a:close/>
                  <a:moveTo>
                    <a:pt x="464" y="0"/>
                  </a:moveTo>
                  <a:lnTo>
                    <a:pt x="632" y="0"/>
                  </a:lnTo>
                  <a:lnTo>
                    <a:pt x="666" y="3"/>
                  </a:lnTo>
                  <a:lnTo>
                    <a:pt x="697" y="12"/>
                  </a:lnTo>
                  <a:lnTo>
                    <a:pt x="726" y="25"/>
                  </a:lnTo>
                  <a:lnTo>
                    <a:pt x="752" y="44"/>
                  </a:lnTo>
                  <a:lnTo>
                    <a:pt x="774" y="67"/>
                  </a:lnTo>
                  <a:lnTo>
                    <a:pt x="793" y="92"/>
                  </a:lnTo>
                  <a:lnTo>
                    <a:pt x="806" y="121"/>
                  </a:lnTo>
                  <a:lnTo>
                    <a:pt x="814" y="152"/>
                  </a:lnTo>
                  <a:lnTo>
                    <a:pt x="817" y="186"/>
                  </a:lnTo>
                  <a:lnTo>
                    <a:pt x="817" y="375"/>
                  </a:lnTo>
                  <a:lnTo>
                    <a:pt x="1055" y="375"/>
                  </a:lnTo>
                  <a:lnTo>
                    <a:pt x="1055" y="186"/>
                  </a:lnTo>
                  <a:lnTo>
                    <a:pt x="1058" y="152"/>
                  </a:lnTo>
                  <a:lnTo>
                    <a:pt x="1067" y="121"/>
                  </a:lnTo>
                  <a:lnTo>
                    <a:pt x="1081" y="92"/>
                  </a:lnTo>
                  <a:lnTo>
                    <a:pt x="1098" y="67"/>
                  </a:lnTo>
                  <a:lnTo>
                    <a:pt x="1121" y="44"/>
                  </a:lnTo>
                  <a:lnTo>
                    <a:pt x="1147" y="25"/>
                  </a:lnTo>
                  <a:lnTo>
                    <a:pt x="1175" y="12"/>
                  </a:lnTo>
                  <a:lnTo>
                    <a:pt x="1207" y="3"/>
                  </a:lnTo>
                  <a:lnTo>
                    <a:pt x="1241" y="0"/>
                  </a:lnTo>
                  <a:lnTo>
                    <a:pt x="1409" y="0"/>
                  </a:lnTo>
                  <a:lnTo>
                    <a:pt x="1443" y="3"/>
                  </a:lnTo>
                  <a:lnTo>
                    <a:pt x="1474" y="12"/>
                  </a:lnTo>
                  <a:lnTo>
                    <a:pt x="1502" y="25"/>
                  </a:lnTo>
                  <a:lnTo>
                    <a:pt x="1528" y="44"/>
                  </a:lnTo>
                  <a:lnTo>
                    <a:pt x="1551" y="67"/>
                  </a:lnTo>
                  <a:lnTo>
                    <a:pt x="1568" y="92"/>
                  </a:lnTo>
                  <a:lnTo>
                    <a:pt x="1583" y="121"/>
                  </a:lnTo>
                  <a:lnTo>
                    <a:pt x="1591" y="152"/>
                  </a:lnTo>
                  <a:lnTo>
                    <a:pt x="1594" y="186"/>
                  </a:lnTo>
                  <a:lnTo>
                    <a:pt x="1594" y="375"/>
                  </a:lnTo>
                  <a:lnTo>
                    <a:pt x="1831" y="375"/>
                  </a:lnTo>
                  <a:lnTo>
                    <a:pt x="1831" y="186"/>
                  </a:lnTo>
                  <a:lnTo>
                    <a:pt x="1835" y="152"/>
                  </a:lnTo>
                  <a:lnTo>
                    <a:pt x="1843" y="121"/>
                  </a:lnTo>
                  <a:lnTo>
                    <a:pt x="1856" y="92"/>
                  </a:lnTo>
                  <a:lnTo>
                    <a:pt x="1875" y="67"/>
                  </a:lnTo>
                  <a:lnTo>
                    <a:pt x="1897" y="44"/>
                  </a:lnTo>
                  <a:lnTo>
                    <a:pt x="1923" y="25"/>
                  </a:lnTo>
                  <a:lnTo>
                    <a:pt x="1952" y="12"/>
                  </a:lnTo>
                  <a:lnTo>
                    <a:pt x="1983" y="3"/>
                  </a:lnTo>
                  <a:lnTo>
                    <a:pt x="2017" y="0"/>
                  </a:lnTo>
                  <a:lnTo>
                    <a:pt x="2185" y="0"/>
                  </a:lnTo>
                  <a:lnTo>
                    <a:pt x="2218" y="3"/>
                  </a:lnTo>
                  <a:lnTo>
                    <a:pt x="2250" y="12"/>
                  </a:lnTo>
                  <a:lnTo>
                    <a:pt x="2279" y="25"/>
                  </a:lnTo>
                  <a:lnTo>
                    <a:pt x="2305" y="44"/>
                  </a:lnTo>
                  <a:lnTo>
                    <a:pt x="2327" y="67"/>
                  </a:lnTo>
                  <a:lnTo>
                    <a:pt x="2345" y="92"/>
                  </a:lnTo>
                  <a:lnTo>
                    <a:pt x="2359" y="121"/>
                  </a:lnTo>
                  <a:lnTo>
                    <a:pt x="2367" y="152"/>
                  </a:lnTo>
                  <a:lnTo>
                    <a:pt x="2370" y="186"/>
                  </a:lnTo>
                  <a:lnTo>
                    <a:pt x="2370" y="375"/>
                  </a:lnTo>
                  <a:lnTo>
                    <a:pt x="2607" y="375"/>
                  </a:lnTo>
                  <a:lnTo>
                    <a:pt x="2607" y="186"/>
                  </a:lnTo>
                  <a:lnTo>
                    <a:pt x="2610" y="152"/>
                  </a:lnTo>
                  <a:lnTo>
                    <a:pt x="2619" y="121"/>
                  </a:lnTo>
                  <a:lnTo>
                    <a:pt x="2633" y="92"/>
                  </a:lnTo>
                  <a:lnTo>
                    <a:pt x="2651" y="67"/>
                  </a:lnTo>
                  <a:lnTo>
                    <a:pt x="2674" y="44"/>
                  </a:lnTo>
                  <a:lnTo>
                    <a:pt x="2700" y="25"/>
                  </a:lnTo>
                  <a:lnTo>
                    <a:pt x="2728" y="12"/>
                  </a:lnTo>
                  <a:lnTo>
                    <a:pt x="2759" y="3"/>
                  </a:lnTo>
                  <a:lnTo>
                    <a:pt x="2792" y="0"/>
                  </a:lnTo>
                  <a:lnTo>
                    <a:pt x="2961" y="0"/>
                  </a:lnTo>
                  <a:lnTo>
                    <a:pt x="2994" y="3"/>
                  </a:lnTo>
                  <a:lnTo>
                    <a:pt x="3026" y="12"/>
                  </a:lnTo>
                  <a:lnTo>
                    <a:pt x="3055" y="25"/>
                  </a:lnTo>
                  <a:lnTo>
                    <a:pt x="3081" y="44"/>
                  </a:lnTo>
                  <a:lnTo>
                    <a:pt x="3103" y="67"/>
                  </a:lnTo>
                  <a:lnTo>
                    <a:pt x="3121" y="92"/>
                  </a:lnTo>
                  <a:lnTo>
                    <a:pt x="3135" y="121"/>
                  </a:lnTo>
                  <a:lnTo>
                    <a:pt x="3144" y="152"/>
                  </a:lnTo>
                  <a:lnTo>
                    <a:pt x="3147" y="186"/>
                  </a:lnTo>
                  <a:lnTo>
                    <a:pt x="3147" y="375"/>
                  </a:lnTo>
                  <a:lnTo>
                    <a:pt x="3330" y="375"/>
                  </a:lnTo>
                  <a:lnTo>
                    <a:pt x="3352" y="378"/>
                  </a:lnTo>
                  <a:lnTo>
                    <a:pt x="3372" y="385"/>
                  </a:lnTo>
                  <a:lnTo>
                    <a:pt x="3389" y="396"/>
                  </a:lnTo>
                  <a:lnTo>
                    <a:pt x="3404" y="411"/>
                  </a:lnTo>
                  <a:lnTo>
                    <a:pt x="3415" y="428"/>
                  </a:lnTo>
                  <a:lnTo>
                    <a:pt x="3423" y="448"/>
                  </a:lnTo>
                  <a:lnTo>
                    <a:pt x="3425" y="470"/>
                  </a:lnTo>
                  <a:lnTo>
                    <a:pt x="3423" y="492"/>
                  </a:lnTo>
                  <a:lnTo>
                    <a:pt x="3415" y="512"/>
                  </a:lnTo>
                  <a:lnTo>
                    <a:pt x="3404" y="529"/>
                  </a:lnTo>
                  <a:lnTo>
                    <a:pt x="3389" y="544"/>
                  </a:lnTo>
                  <a:lnTo>
                    <a:pt x="3372" y="555"/>
                  </a:lnTo>
                  <a:lnTo>
                    <a:pt x="3352" y="563"/>
                  </a:lnTo>
                  <a:lnTo>
                    <a:pt x="3330" y="565"/>
                  </a:lnTo>
                  <a:lnTo>
                    <a:pt x="3147" y="565"/>
                  </a:lnTo>
                  <a:lnTo>
                    <a:pt x="3147" y="754"/>
                  </a:lnTo>
                  <a:lnTo>
                    <a:pt x="3144" y="788"/>
                  </a:lnTo>
                  <a:lnTo>
                    <a:pt x="3135" y="819"/>
                  </a:lnTo>
                  <a:lnTo>
                    <a:pt x="3121" y="848"/>
                  </a:lnTo>
                  <a:lnTo>
                    <a:pt x="3103" y="873"/>
                  </a:lnTo>
                  <a:lnTo>
                    <a:pt x="3081" y="896"/>
                  </a:lnTo>
                  <a:lnTo>
                    <a:pt x="3055" y="915"/>
                  </a:lnTo>
                  <a:lnTo>
                    <a:pt x="3026" y="928"/>
                  </a:lnTo>
                  <a:lnTo>
                    <a:pt x="2994" y="937"/>
                  </a:lnTo>
                  <a:lnTo>
                    <a:pt x="2961" y="940"/>
                  </a:lnTo>
                  <a:lnTo>
                    <a:pt x="2792" y="940"/>
                  </a:lnTo>
                  <a:lnTo>
                    <a:pt x="2759" y="937"/>
                  </a:lnTo>
                  <a:lnTo>
                    <a:pt x="2728" y="928"/>
                  </a:lnTo>
                  <a:lnTo>
                    <a:pt x="2700" y="915"/>
                  </a:lnTo>
                  <a:lnTo>
                    <a:pt x="2674" y="896"/>
                  </a:lnTo>
                  <a:lnTo>
                    <a:pt x="2651" y="873"/>
                  </a:lnTo>
                  <a:lnTo>
                    <a:pt x="2633" y="848"/>
                  </a:lnTo>
                  <a:lnTo>
                    <a:pt x="2619" y="819"/>
                  </a:lnTo>
                  <a:lnTo>
                    <a:pt x="2610" y="788"/>
                  </a:lnTo>
                  <a:lnTo>
                    <a:pt x="2607" y="754"/>
                  </a:lnTo>
                  <a:lnTo>
                    <a:pt x="2607" y="565"/>
                  </a:lnTo>
                  <a:lnTo>
                    <a:pt x="2370" y="565"/>
                  </a:lnTo>
                  <a:lnTo>
                    <a:pt x="2370" y="754"/>
                  </a:lnTo>
                  <a:lnTo>
                    <a:pt x="2367" y="788"/>
                  </a:lnTo>
                  <a:lnTo>
                    <a:pt x="2359" y="819"/>
                  </a:lnTo>
                  <a:lnTo>
                    <a:pt x="2345" y="848"/>
                  </a:lnTo>
                  <a:lnTo>
                    <a:pt x="2327" y="873"/>
                  </a:lnTo>
                  <a:lnTo>
                    <a:pt x="2305" y="896"/>
                  </a:lnTo>
                  <a:lnTo>
                    <a:pt x="2279" y="915"/>
                  </a:lnTo>
                  <a:lnTo>
                    <a:pt x="2250" y="928"/>
                  </a:lnTo>
                  <a:lnTo>
                    <a:pt x="2218" y="937"/>
                  </a:lnTo>
                  <a:lnTo>
                    <a:pt x="2185" y="940"/>
                  </a:lnTo>
                  <a:lnTo>
                    <a:pt x="2017" y="940"/>
                  </a:lnTo>
                  <a:lnTo>
                    <a:pt x="1983" y="937"/>
                  </a:lnTo>
                  <a:lnTo>
                    <a:pt x="1952" y="928"/>
                  </a:lnTo>
                  <a:lnTo>
                    <a:pt x="1923" y="915"/>
                  </a:lnTo>
                  <a:lnTo>
                    <a:pt x="1897" y="896"/>
                  </a:lnTo>
                  <a:lnTo>
                    <a:pt x="1875" y="873"/>
                  </a:lnTo>
                  <a:lnTo>
                    <a:pt x="1856" y="848"/>
                  </a:lnTo>
                  <a:lnTo>
                    <a:pt x="1843" y="819"/>
                  </a:lnTo>
                  <a:lnTo>
                    <a:pt x="1835" y="788"/>
                  </a:lnTo>
                  <a:lnTo>
                    <a:pt x="1831" y="754"/>
                  </a:lnTo>
                  <a:lnTo>
                    <a:pt x="1831" y="565"/>
                  </a:lnTo>
                  <a:lnTo>
                    <a:pt x="1594" y="565"/>
                  </a:lnTo>
                  <a:lnTo>
                    <a:pt x="1594" y="754"/>
                  </a:lnTo>
                  <a:lnTo>
                    <a:pt x="1591" y="788"/>
                  </a:lnTo>
                  <a:lnTo>
                    <a:pt x="1583" y="819"/>
                  </a:lnTo>
                  <a:lnTo>
                    <a:pt x="1568" y="848"/>
                  </a:lnTo>
                  <a:lnTo>
                    <a:pt x="1551" y="873"/>
                  </a:lnTo>
                  <a:lnTo>
                    <a:pt x="1528" y="896"/>
                  </a:lnTo>
                  <a:lnTo>
                    <a:pt x="1502" y="915"/>
                  </a:lnTo>
                  <a:lnTo>
                    <a:pt x="1474" y="928"/>
                  </a:lnTo>
                  <a:lnTo>
                    <a:pt x="1443" y="937"/>
                  </a:lnTo>
                  <a:lnTo>
                    <a:pt x="1409" y="940"/>
                  </a:lnTo>
                  <a:lnTo>
                    <a:pt x="1241" y="940"/>
                  </a:lnTo>
                  <a:lnTo>
                    <a:pt x="1207" y="937"/>
                  </a:lnTo>
                  <a:lnTo>
                    <a:pt x="1175" y="928"/>
                  </a:lnTo>
                  <a:lnTo>
                    <a:pt x="1147" y="915"/>
                  </a:lnTo>
                  <a:lnTo>
                    <a:pt x="1121" y="896"/>
                  </a:lnTo>
                  <a:lnTo>
                    <a:pt x="1098" y="873"/>
                  </a:lnTo>
                  <a:lnTo>
                    <a:pt x="1081" y="848"/>
                  </a:lnTo>
                  <a:lnTo>
                    <a:pt x="1067" y="819"/>
                  </a:lnTo>
                  <a:lnTo>
                    <a:pt x="1058" y="788"/>
                  </a:lnTo>
                  <a:lnTo>
                    <a:pt x="1055" y="754"/>
                  </a:lnTo>
                  <a:lnTo>
                    <a:pt x="1055" y="565"/>
                  </a:lnTo>
                  <a:lnTo>
                    <a:pt x="817" y="565"/>
                  </a:lnTo>
                  <a:lnTo>
                    <a:pt x="817" y="754"/>
                  </a:lnTo>
                  <a:lnTo>
                    <a:pt x="814" y="788"/>
                  </a:lnTo>
                  <a:lnTo>
                    <a:pt x="806" y="819"/>
                  </a:lnTo>
                  <a:lnTo>
                    <a:pt x="793" y="848"/>
                  </a:lnTo>
                  <a:lnTo>
                    <a:pt x="774" y="873"/>
                  </a:lnTo>
                  <a:lnTo>
                    <a:pt x="752" y="896"/>
                  </a:lnTo>
                  <a:lnTo>
                    <a:pt x="726" y="915"/>
                  </a:lnTo>
                  <a:lnTo>
                    <a:pt x="697" y="928"/>
                  </a:lnTo>
                  <a:lnTo>
                    <a:pt x="666" y="937"/>
                  </a:lnTo>
                  <a:lnTo>
                    <a:pt x="632" y="940"/>
                  </a:lnTo>
                  <a:lnTo>
                    <a:pt x="464" y="940"/>
                  </a:lnTo>
                  <a:lnTo>
                    <a:pt x="431" y="937"/>
                  </a:lnTo>
                  <a:lnTo>
                    <a:pt x="399" y="928"/>
                  </a:lnTo>
                  <a:lnTo>
                    <a:pt x="370" y="915"/>
                  </a:lnTo>
                  <a:lnTo>
                    <a:pt x="344" y="896"/>
                  </a:lnTo>
                  <a:lnTo>
                    <a:pt x="322" y="873"/>
                  </a:lnTo>
                  <a:lnTo>
                    <a:pt x="304" y="848"/>
                  </a:lnTo>
                  <a:lnTo>
                    <a:pt x="290" y="819"/>
                  </a:lnTo>
                  <a:lnTo>
                    <a:pt x="282" y="788"/>
                  </a:lnTo>
                  <a:lnTo>
                    <a:pt x="279" y="754"/>
                  </a:lnTo>
                  <a:lnTo>
                    <a:pt x="279" y="565"/>
                  </a:lnTo>
                  <a:lnTo>
                    <a:pt x="95" y="565"/>
                  </a:lnTo>
                  <a:lnTo>
                    <a:pt x="73" y="563"/>
                  </a:lnTo>
                  <a:lnTo>
                    <a:pt x="53" y="555"/>
                  </a:lnTo>
                  <a:lnTo>
                    <a:pt x="35" y="544"/>
                  </a:lnTo>
                  <a:lnTo>
                    <a:pt x="21" y="529"/>
                  </a:lnTo>
                  <a:lnTo>
                    <a:pt x="9" y="512"/>
                  </a:lnTo>
                  <a:lnTo>
                    <a:pt x="3" y="492"/>
                  </a:lnTo>
                  <a:lnTo>
                    <a:pt x="0" y="470"/>
                  </a:lnTo>
                  <a:lnTo>
                    <a:pt x="3" y="448"/>
                  </a:lnTo>
                  <a:lnTo>
                    <a:pt x="9" y="428"/>
                  </a:lnTo>
                  <a:lnTo>
                    <a:pt x="21" y="411"/>
                  </a:lnTo>
                  <a:lnTo>
                    <a:pt x="35" y="396"/>
                  </a:lnTo>
                  <a:lnTo>
                    <a:pt x="53" y="385"/>
                  </a:lnTo>
                  <a:lnTo>
                    <a:pt x="73" y="378"/>
                  </a:lnTo>
                  <a:lnTo>
                    <a:pt x="95" y="375"/>
                  </a:lnTo>
                  <a:lnTo>
                    <a:pt x="279" y="375"/>
                  </a:lnTo>
                  <a:lnTo>
                    <a:pt x="279" y="186"/>
                  </a:lnTo>
                  <a:lnTo>
                    <a:pt x="282" y="152"/>
                  </a:lnTo>
                  <a:lnTo>
                    <a:pt x="290" y="121"/>
                  </a:lnTo>
                  <a:lnTo>
                    <a:pt x="304" y="92"/>
                  </a:lnTo>
                  <a:lnTo>
                    <a:pt x="322" y="67"/>
                  </a:lnTo>
                  <a:lnTo>
                    <a:pt x="344" y="44"/>
                  </a:lnTo>
                  <a:lnTo>
                    <a:pt x="370" y="25"/>
                  </a:lnTo>
                  <a:lnTo>
                    <a:pt x="399" y="12"/>
                  </a:lnTo>
                  <a:lnTo>
                    <a:pt x="431" y="3"/>
                  </a:lnTo>
                  <a:lnTo>
                    <a:pt x="4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79" name="Freeform 27"/>
            <p:cNvSpPr>
              <a:spLocks/>
            </p:cNvSpPr>
            <p:nvPr/>
          </p:nvSpPr>
          <p:spPr bwMode="auto">
            <a:xfrm>
              <a:off x="898525" y="2100263"/>
              <a:ext cx="227013" cy="26988"/>
            </a:xfrm>
            <a:custGeom>
              <a:avLst/>
              <a:gdLst>
                <a:gd name="T0" fmla="*/ 1858 w 3428"/>
                <a:gd name="T1" fmla="*/ 24 h 416"/>
                <a:gd name="T2" fmla="*/ 2023 w 3428"/>
                <a:gd name="T3" fmla="*/ 128 h 416"/>
                <a:gd name="T4" fmla="*/ 2138 w 3428"/>
                <a:gd name="T5" fmla="*/ 186 h 416"/>
                <a:gd name="T6" fmla="*/ 2265 w 3428"/>
                <a:gd name="T7" fmla="*/ 167 h 416"/>
                <a:gd name="T8" fmla="*/ 2396 w 3428"/>
                <a:gd name="T9" fmla="*/ 66 h 416"/>
                <a:gd name="T10" fmla="*/ 2578 w 3428"/>
                <a:gd name="T11" fmla="*/ 2 h 416"/>
                <a:gd name="T12" fmla="*/ 2773 w 3428"/>
                <a:gd name="T13" fmla="*/ 24 h 416"/>
                <a:gd name="T14" fmla="*/ 2937 w 3428"/>
                <a:gd name="T15" fmla="*/ 128 h 416"/>
                <a:gd name="T16" fmla="*/ 3052 w 3428"/>
                <a:gd name="T17" fmla="*/ 186 h 416"/>
                <a:gd name="T18" fmla="*/ 3180 w 3428"/>
                <a:gd name="T19" fmla="*/ 166 h 416"/>
                <a:gd name="T20" fmla="*/ 3271 w 3428"/>
                <a:gd name="T21" fmla="*/ 103 h 416"/>
                <a:gd name="T22" fmla="*/ 3356 w 3428"/>
                <a:gd name="T23" fmla="*/ 103 h 416"/>
                <a:gd name="T24" fmla="*/ 3420 w 3428"/>
                <a:gd name="T25" fmla="*/ 165 h 416"/>
                <a:gd name="T26" fmla="*/ 3420 w 3428"/>
                <a:gd name="T27" fmla="*/ 251 h 416"/>
                <a:gd name="T28" fmla="*/ 3318 w 3428"/>
                <a:gd name="T29" fmla="*/ 350 h 416"/>
                <a:gd name="T30" fmla="*/ 3135 w 3428"/>
                <a:gd name="T31" fmla="*/ 413 h 416"/>
                <a:gd name="T32" fmla="*/ 2941 w 3428"/>
                <a:gd name="T33" fmla="*/ 392 h 416"/>
                <a:gd name="T34" fmla="*/ 2777 w 3428"/>
                <a:gd name="T35" fmla="*/ 288 h 416"/>
                <a:gd name="T36" fmla="*/ 2661 w 3428"/>
                <a:gd name="T37" fmla="*/ 229 h 416"/>
                <a:gd name="T38" fmla="*/ 2533 w 3428"/>
                <a:gd name="T39" fmla="*/ 250 h 416"/>
                <a:gd name="T40" fmla="*/ 2407 w 3428"/>
                <a:gd name="T41" fmla="*/ 348 h 416"/>
                <a:gd name="T42" fmla="*/ 2238 w 3428"/>
                <a:gd name="T43" fmla="*/ 411 h 416"/>
                <a:gd name="T44" fmla="*/ 2060 w 3428"/>
                <a:gd name="T45" fmla="*/ 402 h 416"/>
                <a:gd name="T46" fmla="*/ 1898 w 3428"/>
                <a:gd name="T47" fmla="*/ 320 h 416"/>
                <a:gd name="T48" fmla="*/ 1778 w 3428"/>
                <a:gd name="T49" fmla="*/ 237 h 416"/>
                <a:gd name="T50" fmla="*/ 1648 w 3428"/>
                <a:gd name="T51" fmla="*/ 237 h 416"/>
                <a:gd name="T52" fmla="*/ 1530 w 3428"/>
                <a:gd name="T53" fmla="*/ 320 h 416"/>
                <a:gd name="T54" fmla="*/ 1368 w 3428"/>
                <a:gd name="T55" fmla="*/ 402 h 416"/>
                <a:gd name="T56" fmla="*/ 1190 w 3428"/>
                <a:gd name="T57" fmla="*/ 411 h 416"/>
                <a:gd name="T58" fmla="*/ 1021 w 3428"/>
                <a:gd name="T59" fmla="*/ 348 h 416"/>
                <a:gd name="T60" fmla="*/ 894 w 3428"/>
                <a:gd name="T61" fmla="*/ 250 h 416"/>
                <a:gd name="T62" fmla="*/ 766 w 3428"/>
                <a:gd name="T63" fmla="*/ 229 h 416"/>
                <a:gd name="T64" fmla="*/ 651 w 3428"/>
                <a:gd name="T65" fmla="*/ 288 h 416"/>
                <a:gd name="T66" fmla="*/ 496 w 3428"/>
                <a:gd name="T67" fmla="*/ 388 h 416"/>
                <a:gd name="T68" fmla="*/ 319 w 3428"/>
                <a:gd name="T69" fmla="*/ 415 h 416"/>
                <a:gd name="T70" fmla="*/ 147 w 3428"/>
                <a:gd name="T71" fmla="*/ 370 h 416"/>
                <a:gd name="T72" fmla="*/ 19 w 3428"/>
                <a:gd name="T73" fmla="*/ 270 h 416"/>
                <a:gd name="T74" fmla="*/ 0 w 3428"/>
                <a:gd name="T75" fmla="*/ 208 h 416"/>
                <a:gd name="T76" fmla="*/ 33 w 3428"/>
                <a:gd name="T77" fmla="*/ 128 h 416"/>
                <a:gd name="T78" fmla="*/ 113 w 3428"/>
                <a:gd name="T79" fmla="*/ 94 h 416"/>
                <a:gd name="T80" fmla="*/ 193 w 3428"/>
                <a:gd name="T81" fmla="*/ 128 h 416"/>
                <a:gd name="T82" fmla="*/ 309 w 3428"/>
                <a:gd name="T83" fmla="*/ 186 h 416"/>
                <a:gd name="T84" fmla="*/ 437 w 3428"/>
                <a:gd name="T85" fmla="*/ 166 h 416"/>
                <a:gd name="T86" fmla="*/ 564 w 3428"/>
                <a:gd name="T87" fmla="*/ 68 h 416"/>
                <a:gd name="T88" fmla="*/ 732 w 3428"/>
                <a:gd name="T89" fmla="*/ 5 h 416"/>
                <a:gd name="T90" fmla="*/ 910 w 3428"/>
                <a:gd name="T91" fmla="*/ 14 h 416"/>
                <a:gd name="T92" fmla="*/ 1072 w 3428"/>
                <a:gd name="T93" fmla="*/ 95 h 416"/>
                <a:gd name="T94" fmla="*/ 1193 w 3428"/>
                <a:gd name="T95" fmla="*/ 179 h 416"/>
                <a:gd name="T96" fmla="*/ 1320 w 3428"/>
                <a:gd name="T97" fmla="*/ 179 h 416"/>
                <a:gd name="T98" fmla="*/ 1441 w 3428"/>
                <a:gd name="T99" fmla="*/ 94 h 416"/>
                <a:gd name="T100" fmla="*/ 1616 w 3428"/>
                <a:gd name="T101" fmla="*/ 1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28" h="416">
                  <a:moveTo>
                    <a:pt x="1714" y="0"/>
                  </a:moveTo>
                  <a:lnTo>
                    <a:pt x="1763" y="2"/>
                  </a:lnTo>
                  <a:lnTo>
                    <a:pt x="1812" y="10"/>
                  </a:lnTo>
                  <a:lnTo>
                    <a:pt x="1858" y="24"/>
                  </a:lnTo>
                  <a:lnTo>
                    <a:pt x="1903" y="42"/>
                  </a:lnTo>
                  <a:lnTo>
                    <a:pt x="1946" y="66"/>
                  </a:lnTo>
                  <a:lnTo>
                    <a:pt x="1985" y="94"/>
                  </a:lnTo>
                  <a:lnTo>
                    <a:pt x="2023" y="128"/>
                  </a:lnTo>
                  <a:lnTo>
                    <a:pt x="2049" y="150"/>
                  </a:lnTo>
                  <a:lnTo>
                    <a:pt x="2077" y="167"/>
                  </a:lnTo>
                  <a:lnTo>
                    <a:pt x="2107" y="179"/>
                  </a:lnTo>
                  <a:lnTo>
                    <a:pt x="2138" y="186"/>
                  </a:lnTo>
                  <a:lnTo>
                    <a:pt x="2170" y="189"/>
                  </a:lnTo>
                  <a:lnTo>
                    <a:pt x="2203" y="186"/>
                  </a:lnTo>
                  <a:lnTo>
                    <a:pt x="2235" y="179"/>
                  </a:lnTo>
                  <a:lnTo>
                    <a:pt x="2265" y="167"/>
                  </a:lnTo>
                  <a:lnTo>
                    <a:pt x="2293" y="150"/>
                  </a:lnTo>
                  <a:lnTo>
                    <a:pt x="2319" y="128"/>
                  </a:lnTo>
                  <a:lnTo>
                    <a:pt x="2357" y="94"/>
                  </a:lnTo>
                  <a:lnTo>
                    <a:pt x="2396" y="66"/>
                  </a:lnTo>
                  <a:lnTo>
                    <a:pt x="2439" y="42"/>
                  </a:lnTo>
                  <a:lnTo>
                    <a:pt x="2484" y="24"/>
                  </a:lnTo>
                  <a:lnTo>
                    <a:pt x="2530" y="10"/>
                  </a:lnTo>
                  <a:lnTo>
                    <a:pt x="2578" y="2"/>
                  </a:lnTo>
                  <a:lnTo>
                    <a:pt x="2628" y="0"/>
                  </a:lnTo>
                  <a:lnTo>
                    <a:pt x="2678" y="2"/>
                  </a:lnTo>
                  <a:lnTo>
                    <a:pt x="2726" y="10"/>
                  </a:lnTo>
                  <a:lnTo>
                    <a:pt x="2773" y="24"/>
                  </a:lnTo>
                  <a:lnTo>
                    <a:pt x="2817" y="42"/>
                  </a:lnTo>
                  <a:lnTo>
                    <a:pt x="2860" y="66"/>
                  </a:lnTo>
                  <a:lnTo>
                    <a:pt x="2900" y="94"/>
                  </a:lnTo>
                  <a:lnTo>
                    <a:pt x="2937" y="128"/>
                  </a:lnTo>
                  <a:lnTo>
                    <a:pt x="2962" y="150"/>
                  </a:lnTo>
                  <a:lnTo>
                    <a:pt x="2990" y="166"/>
                  </a:lnTo>
                  <a:lnTo>
                    <a:pt x="3020" y="179"/>
                  </a:lnTo>
                  <a:lnTo>
                    <a:pt x="3052" y="186"/>
                  </a:lnTo>
                  <a:lnTo>
                    <a:pt x="3086" y="189"/>
                  </a:lnTo>
                  <a:lnTo>
                    <a:pt x="3119" y="186"/>
                  </a:lnTo>
                  <a:lnTo>
                    <a:pt x="3150" y="179"/>
                  </a:lnTo>
                  <a:lnTo>
                    <a:pt x="3180" y="166"/>
                  </a:lnTo>
                  <a:lnTo>
                    <a:pt x="3208" y="150"/>
                  </a:lnTo>
                  <a:lnTo>
                    <a:pt x="3233" y="128"/>
                  </a:lnTo>
                  <a:lnTo>
                    <a:pt x="3251" y="113"/>
                  </a:lnTo>
                  <a:lnTo>
                    <a:pt x="3271" y="103"/>
                  </a:lnTo>
                  <a:lnTo>
                    <a:pt x="3293" y="97"/>
                  </a:lnTo>
                  <a:lnTo>
                    <a:pt x="3313" y="94"/>
                  </a:lnTo>
                  <a:lnTo>
                    <a:pt x="3335" y="97"/>
                  </a:lnTo>
                  <a:lnTo>
                    <a:pt x="3356" y="103"/>
                  </a:lnTo>
                  <a:lnTo>
                    <a:pt x="3376" y="113"/>
                  </a:lnTo>
                  <a:lnTo>
                    <a:pt x="3395" y="128"/>
                  </a:lnTo>
                  <a:lnTo>
                    <a:pt x="3409" y="145"/>
                  </a:lnTo>
                  <a:lnTo>
                    <a:pt x="3420" y="165"/>
                  </a:lnTo>
                  <a:lnTo>
                    <a:pt x="3426" y="186"/>
                  </a:lnTo>
                  <a:lnTo>
                    <a:pt x="3428" y="208"/>
                  </a:lnTo>
                  <a:lnTo>
                    <a:pt x="3426" y="230"/>
                  </a:lnTo>
                  <a:lnTo>
                    <a:pt x="3420" y="251"/>
                  </a:lnTo>
                  <a:lnTo>
                    <a:pt x="3409" y="270"/>
                  </a:lnTo>
                  <a:lnTo>
                    <a:pt x="3395" y="288"/>
                  </a:lnTo>
                  <a:lnTo>
                    <a:pt x="3357" y="322"/>
                  </a:lnTo>
                  <a:lnTo>
                    <a:pt x="3318" y="350"/>
                  </a:lnTo>
                  <a:lnTo>
                    <a:pt x="3275" y="374"/>
                  </a:lnTo>
                  <a:lnTo>
                    <a:pt x="3230" y="392"/>
                  </a:lnTo>
                  <a:lnTo>
                    <a:pt x="3183" y="406"/>
                  </a:lnTo>
                  <a:lnTo>
                    <a:pt x="3135" y="413"/>
                  </a:lnTo>
                  <a:lnTo>
                    <a:pt x="3086" y="416"/>
                  </a:lnTo>
                  <a:lnTo>
                    <a:pt x="3036" y="413"/>
                  </a:lnTo>
                  <a:lnTo>
                    <a:pt x="2988" y="406"/>
                  </a:lnTo>
                  <a:lnTo>
                    <a:pt x="2941" y="392"/>
                  </a:lnTo>
                  <a:lnTo>
                    <a:pt x="2896" y="374"/>
                  </a:lnTo>
                  <a:lnTo>
                    <a:pt x="2854" y="350"/>
                  </a:lnTo>
                  <a:lnTo>
                    <a:pt x="2813" y="322"/>
                  </a:lnTo>
                  <a:lnTo>
                    <a:pt x="2777" y="288"/>
                  </a:lnTo>
                  <a:lnTo>
                    <a:pt x="2751" y="266"/>
                  </a:lnTo>
                  <a:lnTo>
                    <a:pt x="2724" y="250"/>
                  </a:lnTo>
                  <a:lnTo>
                    <a:pt x="2694" y="237"/>
                  </a:lnTo>
                  <a:lnTo>
                    <a:pt x="2661" y="229"/>
                  </a:lnTo>
                  <a:lnTo>
                    <a:pt x="2628" y="227"/>
                  </a:lnTo>
                  <a:lnTo>
                    <a:pt x="2595" y="229"/>
                  </a:lnTo>
                  <a:lnTo>
                    <a:pt x="2563" y="237"/>
                  </a:lnTo>
                  <a:lnTo>
                    <a:pt x="2533" y="250"/>
                  </a:lnTo>
                  <a:lnTo>
                    <a:pt x="2505" y="266"/>
                  </a:lnTo>
                  <a:lnTo>
                    <a:pt x="2479" y="288"/>
                  </a:lnTo>
                  <a:lnTo>
                    <a:pt x="2444" y="320"/>
                  </a:lnTo>
                  <a:lnTo>
                    <a:pt x="2407" y="348"/>
                  </a:lnTo>
                  <a:lnTo>
                    <a:pt x="2366" y="370"/>
                  </a:lnTo>
                  <a:lnTo>
                    <a:pt x="2324" y="388"/>
                  </a:lnTo>
                  <a:lnTo>
                    <a:pt x="2282" y="402"/>
                  </a:lnTo>
                  <a:lnTo>
                    <a:pt x="2238" y="411"/>
                  </a:lnTo>
                  <a:lnTo>
                    <a:pt x="2193" y="415"/>
                  </a:lnTo>
                  <a:lnTo>
                    <a:pt x="2149" y="415"/>
                  </a:lnTo>
                  <a:lnTo>
                    <a:pt x="2104" y="411"/>
                  </a:lnTo>
                  <a:lnTo>
                    <a:pt x="2060" y="402"/>
                  </a:lnTo>
                  <a:lnTo>
                    <a:pt x="2017" y="388"/>
                  </a:lnTo>
                  <a:lnTo>
                    <a:pt x="1975" y="370"/>
                  </a:lnTo>
                  <a:lnTo>
                    <a:pt x="1935" y="348"/>
                  </a:lnTo>
                  <a:lnTo>
                    <a:pt x="1898" y="320"/>
                  </a:lnTo>
                  <a:lnTo>
                    <a:pt x="1862" y="288"/>
                  </a:lnTo>
                  <a:lnTo>
                    <a:pt x="1837" y="266"/>
                  </a:lnTo>
                  <a:lnTo>
                    <a:pt x="1809" y="250"/>
                  </a:lnTo>
                  <a:lnTo>
                    <a:pt x="1778" y="237"/>
                  </a:lnTo>
                  <a:lnTo>
                    <a:pt x="1747" y="229"/>
                  </a:lnTo>
                  <a:lnTo>
                    <a:pt x="1714" y="227"/>
                  </a:lnTo>
                  <a:lnTo>
                    <a:pt x="1681" y="229"/>
                  </a:lnTo>
                  <a:lnTo>
                    <a:pt x="1648" y="237"/>
                  </a:lnTo>
                  <a:lnTo>
                    <a:pt x="1618" y="250"/>
                  </a:lnTo>
                  <a:lnTo>
                    <a:pt x="1590" y="266"/>
                  </a:lnTo>
                  <a:lnTo>
                    <a:pt x="1565" y="288"/>
                  </a:lnTo>
                  <a:lnTo>
                    <a:pt x="1530" y="320"/>
                  </a:lnTo>
                  <a:lnTo>
                    <a:pt x="1492" y="348"/>
                  </a:lnTo>
                  <a:lnTo>
                    <a:pt x="1452" y="370"/>
                  </a:lnTo>
                  <a:lnTo>
                    <a:pt x="1410" y="388"/>
                  </a:lnTo>
                  <a:lnTo>
                    <a:pt x="1368" y="402"/>
                  </a:lnTo>
                  <a:lnTo>
                    <a:pt x="1323" y="411"/>
                  </a:lnTo>
                  <a:lnTo>
                    <a:pt x="1279" y="415"/>
                  </a:lnTo>
                  <a:lnTo>
                    <a:pt x="1234" y="415"/>
                  </a:lnTo>
                  <a:lnTo>
                    <a:pt x="1190" y="411"/>
                  </a:lnTo>
                  <a:lnTo>
                    <a:pt x="1146" y="402"/>
                  </a:lnTo>
                  <a:lnTo>
                    <a:pt x="1102" y="388"/>
                  </a:lnTo>
                  <a:lnTo>
                    <a:pt x="1061" y="370"/>
                  </a:lnTo>
                  <a:lnTo>
                    <a:pt x="1021" y="348"/>
                  </a:lnTo>
                  <a:lnTo>
                    <a:pt x="983" y="320"/>
                  </a:lnTo>
                  <a:lnTo>
                    <a:pt x="947" y="288"/>
                  </a:lnTo>
                  <a:lnTo>
                    <a:pt x="922" y="266"/>
                  </a:lnTo>
                  <a:lnTo>
                    <a:pt x="894" y="250"/>
                  </a:lnTo>
                  <a:lnTo>
                    <a:pt x="864" y="237"/>
                  </a:lnTo>
                  <a:lnTo>
                    <a:pt x="832" y="229"/>
                  </a:lnTo>
                  <a:lnTo>
                    <a:pt x="800" y="227"/>
                  </a:lnTo>
                  <a:lnTo>
                    <a:pt x="766" y="229"/>
                  </a:lnTo>
                  <a:lnTo>
                    <a:pt x="734" y="237"/>
                  </a:lnTo>
                  <a:lnTo>
                    <a:pt x="704" y="250"/>
                  </a:lnTo>
                  <a:lnTo>
                    <a:pt x="676" y="266"/>
                  </a:lnTo>
                  <a:lnTo>
                    <a:pt x="651" y="288"/>
                  </a:lnTo>
                  <a:lnTo>
                    <a:pt x="616" y="320"/>
                  </a:lnTo>
                  <a:lnTo>
                    <a:pt x="577" y="348"/>
                  </a:lnTo>
                  <a:lnTo>
                    <a:pt x="538" y="370"/>
                  </a:lnTo>
                  <a:lnTo>
                    <a:pt x="496" y="388"/>
                  </a:lnTo>
                  <a:lnTo>
                    <a:pt x="452" y="402"/>
                  </a:lnTo>
                  <a:lnTo>
                    <a:pt x="409" y="411"/>
                  </a:lnTo>
                  <a:lnTo>
                    <a:pt x="364" y="415"/>
                  </a:lnTo>
                  <a:lnTo>
                    <a:pt x="319" y="415"/>
                  </a:lnTo>
                  <a:lnTo>
                    <a:pt x="276" y="411"/>
                  </a:lnTo>
                  <a:lnTo>
                    <a:pt x="231" y="402"/>
                  </a:lnTo>
                  <a:lnTo>
                    <a:pt x="188" y="388"/>
                  </a:lnTo>
                  <a:lnTo>
                    <a:pt x="147" y="370"/>
                  </a:lnTo>
                  <a:lnTo>
                    <a:pt x="106" y="348"/>
                  </a:lnTo>
                  <a:lnTo>
                    <a:pt x="69" y="320"/>
                  </a:lnTo>
                  <a:lnTo>
                    <a:pt x="33" y="288"/>
                  </a:lnTo>
                  <a:lnTo>
                    <a:pt x="19" y="270"/>
                  </a:lnTo>
                  <a:lnTo>
                    <a:pt x="8" y="251"/>
                  </a:lnTo>
                  <a:lnTo>
                    <a:pt x="2" y="230"/>
                  </a:lnTo>
                  <a:lnTo>
                    <a:pt x="0" y="208"/>
                  </a:lnTo>
                  <a:lnTo>
                    <a:pt x="0" y="208"/>
                  </a:lnTo>
                  <a:lnTo>
                    <a:pt x="2" y="186"/>
                  </a:lnTo>
                  <a:lnTo>
                    <a:pt x="8" y="165"/>
                  </a:lnTo>
                  <a:lnTo>
                    <a:pt x="19" y="145"/>
                  </a:lnTo>
                  <a:lnTo>
                    <a:pt x="33" y="128"/>
                  </a:lnTo>
                  <a:lnTo>
                    <a:pt x="51" y="113"/>
                  </a:lnTo>
                  <a:lnTo>
                    <a:pt x="71" y="103"/>
                  </a:lnTo>
                  <a:lnTo>
                    <a:pt x="92" y="97"/>
                  </a:lnTo>
                  <a:lnTo>
                    <a:pt x="113" y="94"/>
                  </a:lnTo>
                  <a:lnTo>
                    <a:pt x="135" y="97"/>
                  </a:lnTo>
                  <a:lnTo>
                    <a:pt x="156" y="103"/>
                  </a:lnTo>
                  <a:lnTo>
                    <a:pt x="176" y="113"/>
                  </a:lnTo>
                  <a:lnTo>
                    <a:pt x="193" y="128"/>
                  </a:lnTo>
                  <a:lnTo>
                    <a:pt x="219" y="150"/>
                  </a:lnTo>
                  <a:lnTo>
                    <a:pt x="246" y="166"/>
                  </a:lnTo>
                  <a:lnTo>
                    <a:pt x="277" y="179"/>
                  </a:lnTo>
                  <a:lnTo>
                    <a:pt x="309" y="186"/>
                  </a:lnTo>
                  <a:lnTo>
                    <a:pt x="342" y="189"/>
                  </a:lnTo>
                  <a:lnTo>
                    <a:pt x="375" y="186"/>
                  </a:lnTo>
                  <a:lnTo>
                    <a:pt x="407" y="179"/>
                  </a:lnTo>
                  <a:lnTo>
                    <a:pt x="437" y="166"/>
                  </a:lnTo>
                  <a:lnTo>
                    <a:pt x="465" y="150"/>
                  </a:lnTo>
                  <a:lnTo>
                    <a:pt x="491" y="128"/>
                  </a:lnTo>
                  <a:lnTo>
                    <a:pt x="526" y="95"/>
                  </a:lnTo>
                  <a:lnTo>
                    <a:pt x="564" y="68"/>
                  </a:lnTo>
                  <a:lnTo>
                    <a:pt x="604" y="45"/>
                  </a:lnTo>
                  <a:lnTo>
                    <a:pt x="646" y="28"/>
                  </a:lnTo>
                  <a:lnTo>
                    <a:pt x="688" y="14"/>
                  </a:lnTo>
                  <a:lnTo>
                    <a:pt x="732" y="5"/>
                  </a:lnTo>
                  <a:lnTo>
                    <a:pt x="777" y="1"/>
                  </a:lnTo>
                  <a:lnTo>
                    <a:pt x="822" y="1"/>
                  </a:lnTo>
                  <a:lnTo>
                    <a:pt x="866" y="5"/>
                  </a:lnTo>
                  <a:lnTo>
                    <a:pt x="910" y="14"/>
                  </a:lnTo>
                  <a:lnTo>
                    <a:pt x="953" y="28"/>
                  </a:lnTo>
                  <a:lnTo>
                    <a:pt x="995" y="45"/>
                  </a:lnTo>
                  <a:lnTo>
                    <a:pt x="1035" y="68"/>
                  </a:lnTo>
                  <a:lnTo>
                    <a:pt x="1072" y="95"/>
                  </a:lnTo>
                  <a:lnTo>
                    <a:pt x="1108" y="128"/>
                  </a:lnTo>
                  <a:lnTo>
                    <a:pt x="1134" y="150"/>
                  </a:lnTo>
                  <a:lnTo>
                    <a:pt x="1163" y="167"/>
                  </a:lnTo>
                  <a:lnTo>
                    <a:pt x="1193" y="179"/>
                  </a:lnTo>
                  <a:lnTo>
                    <a:pt x="1224" y="186"/>
                  </a:lnTo>
                  <a:lnTo>
                    <a:pt x="1256" y="189"/>
                  </a:lnTo>
                  <a:lnTo>
                    <a:pt x="1289" y="186"/>
                  </a:lnTo>
                  <a:lnTo>
                    <a:pt x="1320" y="179"/>
                  </a:lnTo>
                  <a:lnTo>
                    <a:pt x="1350" y="167"/>
                  </a:lnTo>
                  <a:lnTo>
                    <a:pt x="1379" y="150"/>
                  </a:lnTo>
                  <a:lnTo>
                    <a:pt x="1405" y="128"/>
                  </a:lnTo>
                  <a:lnTo>
                    <a:pt x="1441" y="94"/>
                  </a:lnTo>
                  <a:lnTo>
                    <a:pt x="1482" y="66"/>
                  </a:lnTo>
                  <a:lnTo>
                    <a:pt x="1525" y="42"/>
                  </a:lnTo>
                  <a:lnTo>
                    <a:pt x="1569" y="24"/>
                  </a:lnTo>
                  <a:lnTo>
                    <a:pt x="1616" y="10"/>
                  </a:lnTo>
                  <a:lnTo>
                    <a:pt x="1664" y="2"/>
                  </a:lnTo>
                  <a:lnTo>
                    <a:pt x="17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80" name="Freeform 28"/>
            <p:cNvSpPr>
              <a:spLocks/>
            </p:cNvSpPr>
            <p:nvPr/>
          </p:nvSpPr>
          <p:spPr bwMode="auto">
            <a:xfrm>
              <a:off x="898525" y="2132013"/>
              <a:ext cx="227013" cy="28575"/>
            </a:xfrm>
            <a:custGeom>
              <a:avLst/>
              <a:gdLst>
                <a:gd name="T0" fmla="*/ 1858 w 3428"/>
                <a:gd name="T1" fmla="*/ 25 h 418"/>
                <a:gd name="T2" fmla="*/ 2023 w 3428"/>
                <a:gd name="T3" fmla="*/ 128 h 418"/>
                <a:gd name="T4" fmla="*/ 2138 w 3428"/>
                <a:gd name="T5" fmla="*/ 187 h 418"/>
                <a:gd name="T6" fmla="*/ 2265 w 3428"/>
                <a:gd name="T7" fmla="*/ 168 h 418"/>
                <a:gd name="T8" fmla="*/ 2396 w 3428"/>
                <a:gd name="T9" fmla="*/ 67 h 418"/>
                <a:gd name="T10" fmla="*/ 2578 w 3428"/>
                <a:gd name="T11" fmla="*/ 3 h 418"/>
                <a:gd name="T12" fmla="*/ 2773 w 3428"/>
                <a:gd name="T13" fmla="*/ 25 h 418"/>
                <a:gd name="T14" fmla="*/ 2937 w 3428"/>
                <a:gd name="T15" fmla="*/ 128 h 418"/>
                <a:gd name="T16" fmla="*/ 3052 w 3428"/>
                <a:gd name="T17" fmla="*/ 187 h 418"/>
                <a:gd name="T18" fmla="*/ 3180 w 3428"/>
                <a:gd name="T19" fmla="*/ 168 h 418"/>
                <a:gd name="T20" fmla="*/ 3271 w 3428"/>
                <a:gd name="T21" fmla="*/ 103 h 418"/>
                <a:gd name="T22" fmla="*/ 3356 w 3428"/>
                <a:gd name="T23" fmla="*/ 103 h 418"/>
                <a:gd name="T24" fmla="*/ 3420 w 3428"/>
                <a:gd name="T25" fmla="*/ 166 h 418"/>
                <a:gd name="T26" fmla="*/ 3420 w 3428"/>
                <a:gd name="T27" fmla="*/ 251 h 418"/>
                <a:gd name="T28" fmla="*/ 3318 w 3428"/>
                <a:gd name="T29" fmla="*/ 351 h 418"/>
                <a:gd name="T30" fmla="*/ 3135 w 3428"/>
                <a:gd name="T31" fmla="*/ 415 h 418"/>
                <a:gd name="T32" fmla="*/ 2941 w 3428"/>
                <a:gd name="T33" fmla="*/ 393 h 418"/>
                <a:gd name="T34" fmla="*/ 2777 w 3428"/>
                <a:gd name="T35" fmla="*/ 290 h 418"/>
                <a:gd name="T36" fmla="*/ 2661 w 3428"/>
                <a:gd name="T37" fmla="*/ 230 h 418"/>
                <a:gd name="T38" fmla="*/ 2533 w 3428"/>
                <a:gd name="T39" fmla="*/ 250 h 418"/>
                <a:gd name="T40" fmla="*/ 2407 w 3428"/>
                <a:gd name="T41" fmla="*/ 348 h 418"/>
                <a:gd name="T42" fmla="*/ 2238 w 3428"/>
                <a:gd name="T43" fmla="*/ 411 h 418"/>
                <a:gd name="T44" fmla="*/ 2060 w 3428"/>
                <a:gd name="T45" fmla="*/ 403 h 418"/>
                <a:gd name="T46" fmla="*/ 1898 w 3428"/>
                <a:gd name="T47" fmla="*/ 321 h 418"/>
                <a:gd name="T48" fmla="*/ 1778 w 3428"/>
                <a:gd name="T49" fmla="*/ 237 h 418"/>
                <a:gd name="T50" fmla="*/ 1648 w 3428"/>
                <a:gd name="T51" fmla="*/ 237 h 418"/>
                <a:gd name="T52" fmla="*/ 1530 w 3428"/>
                <a:gd name="T53" fmla="*/ 321 h 418"/>
                <a:gd name="T54" fmla="*/ 1368 w 3428"/>
                <a:gd name="T55" fmla="*/ 403 h 418"/>
                <a:gd name="T56" fmla="*/ 1190 w 3428"/>
                <a:gd name="T57" fmla="*/ 411 h 418"/>
                <a:gd name="T58" fmla="*/ 1021 w 3428"/>
                <a:gd name="T59" fmla="*/ 348 h 418"/>
                <a:gd name="T60" fmla="*/ 894 w 3428"/>
                <a:gd name="T61" fmla="*/ 250 h 418"/>
                <a:gd name="T62" fmla="*/ 766 w 3428"/>
                <a:gd name="T63" fmla="*/ 230 h 418"/>
                <a:gd name="T64" fmla="*/ 651 w 3428"/>
                <a:gd name="T65" fmla="*/ 290 h 418"/>
                <a:gd name="T66" fmla="*/ 496 w 3428"/>
                <a:gd name="T67" fmla="*/ 390 h 418"/>
                <a:gd name="T68" fmla="*/ 319 w 3428"/>
                <a:gd name="T69" fmla="*/ 417 h 418"/>
                <a:gd name="T70" fmla="*/ 147 w 3428"/>
                <a:gd name="T71" fmla="*/ 371 h 418"/>
                <a:gd name="T72" fmla="*/ 19 w 3428"/>
                <a:gd name="T73" fmla="*/ 271 h 418"/>
                <a:gd name="T74" fmla="*/ 0 w 3428"/>
                <a:gd name="T75" fmla="*/ 208 h 418"/>
                <a:gd name="T76" fmla="*/ 33 w 3428"/>
                <a:gd name="T77" fmla="*/ 128 h 418"/>
                <a:gd name="T78" fmla="*/ 113 w 3428"/>
                <a:gd name="T79" fmla="*/ 95 h 418"/>
                <a:gd name="T80" fmla="*/ 193 w 3428"/>
                <a:gd name="T81" fmla="*/ 128 h 418"/>
                <a:gd name="T82" fmla="*/ 309 w 3428"/>
                <a:gd name="T83" fmla="*/ 187 h 418"/>
                <a:gd name="T84" fmla="*/ 437 w 3428"/>
                <a:gd name="T85" fmla="*/ 168 h 418"/>
                <a:gd name="T86" fmla="*/ 564 w 3428"/>
                <a:gd name="T87" fmla="*/ 69 h 418"/>
                <a:gd name="T88" fmla="*/ 732 w 3428"/>
                <a:gd name="T89" fmla="*/ 5 h 418"/>
                <a:gd name="T90" fmla="*/ 910 w 3428"/>
                <a:gd name="T91" fmla="*/ 15 h 418"/>
                <a:gd name="T92" fmla="*/ 1072 w 3428"/>
                <a:gd name="T93" fmla="*/ 97 h 418"/>
                <a:gd name="T94" fmla="*/ 1193 w 3428"/>
                <a:gd name="T95" fmla="*/ 180 h 418"/>
                <a:gd name="T96" fmla="*/ 1320 w 3428"/>
                <a:gd name="T97" fmla="*/ 180 h 418"/>
                <a:gd name="T98" fmla="*/ 1441 w 3428"/>
                <a:gd name="T99" fmla="*/ 95 h 418"/>
                <a:gd name="T100" fmla="*/ 1616 w 3428"/>
                <a:gd name="T101" fmla="*/ 11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28" h="418">
                  <a:moveTo>
                    <a:pt x="1714" y="0"/>
                  </a:moveTo>
                  <a:lnTo>
                    <a:pt x="1763" y="3"/>
                  </a:lnTo>
                  <a:lnTo>
                    <a:pt x="1812" y="11"/>
                  </a:lnTo>
                  <a:lnTo>
                    <a:pt x="1858" y="25"/>
                  </a:lnTo>
                  <a:lnTo>
                    <a:pt x="1903" y="44"/>
                  </a:lnTo>
                  <a:lnTo>
                    <a:pt x="1946" y="67"/>
                  </a:lnTo>
                  <a:lnTo>
                    <a:pt x="1985" y="95"/>
                  </a:lnTo>
                  <a:lnTo>
                    <a:pt x="2023" y="128"/>
                  </a:lnTo>
                  <a:lnTo>
                    <a:pt x="2049" y="151"/>
                  </a:lnTo>
                  <a:lnTo>
                    <a:pt x="2077" y="168"/>
                  </a:lnTo>
                  <a:lnTo>
                    <a:pt x="2107" y="180"/>
                  </a:lnTo>
                  <a:lnTo>
                    <a:pt x="2138" y="187"/>
                  </a:lnTo>
                  <a:lnTo>
                    <a:pt x="2170" y="190"/>
                  </a:lnTo>
                  <a:lnTo>
                    <a:pt x="2203" y="187"/>
                  </a:lnTo>
                  <a:lnTo>
                    <a:pt x="2235" y="180"/>
                  </a:lnTo>
                  <a:lnTo>
                    <a:pt x="2265" y="168"/>
                  </a:lnTo>
                  <a:lnTo>
                    <a:pt x="2293" y="151"/>
                  </a:lnTo>
                  <a:lnTo>
                    <a:pt x="2319" y="128"/>
                  </a:lnTo>
                  <a:lnTo>
                    <a:pt x="2357" y="95"/>
                  </a:lnTo>
                  <a:lnTo>
                    <a:pt x="2396" y="67"/>
                  </a:lnTo>
                  <a:lnTo>
                    <a:pt x="2439" y="44"/>
                  </a:lnTo>
                  <a:lnTo>
                    <a:pt x="2484" y="25"/>
                  </a:lnTo>
                  <a:lnTo>
                    <a:pt x="2530" y="11"/>
                  </a:lnTo>
                  <a:lnTo>
                    <a:pt x="2578" y="3"/>
                  </a:lnTo>
                  <a:lnTo>
                    <a:pt x="2628" y="0"/>
                  </a:lnTo>
                  <a:lnTo>
                    <a:pt x="2678" y="3"/>
                  </a:lnTo>
                  <a:lnTo>
                    <a:pt x="2726" y="11"/>
                  </a:lnTo>
                  <a:lnTo>
                    <a:pt x="2773" y="25"/>
                  </a:lnTo>
                  <a:lnTo>
                    <a:pt x="2817" y="44"/>
                  </a:lnTo>
                  <a:lnTo>
                    <a:pt x="2860" y="67"/>
                  </a:lnTo>
                  <a:lnTo>
                    <a:pt x="2900" y="95"/>
                  </a:lnTo>
                  <a:lnTo>
                    <a:pt x="2937" y="128"/>
                  </a:lnTo>
                  <a:lnTo>
                    <a:pt x="2962" y="150"/>
                  </a:lnTo>
                  <a:lnTo>
                    <a:pt x="2990" y="168"/>
                  </a:lnTo>
                  <a:lnTo>
                    <a:pt x="3020" y="180"/>
                  </a:lnTo>
                  <a:lnTo>
                    <a:pt x="3052" y="187"/>
                  </a:lnTo>
                  <a:lnTo>
                    <a:pt x="3086" y="190"/>
                  </a:lnTo>
                  <a:lnTo>
                    <a:pt x="3119" y="187"/>
                  </a:lnTo>
                  <a:lnTo>
                    <a:pt x="3150" y="180"/>
                  </a:lnTo>
                  <a:lnTo>
                    <a:pt x="3180" y="168"/>
                  </a:lnTo>
                  <a:lnTo>
                    <a:pt x="3208" y="150"/>
                  </a:lnTo>
                  <a:lnTo>
                    <a:pt x="3233" y="128"/>
                  </a:lnTo>
                  <a:lnTo>
                    <a:pt x="3251" y="114"/>
                  </a:lnTo>
                  <a:lnTo>
                    <a:pt x="3271" y="103"/>
                  </a:lnTo>
                  <a:lnTo>
                    <a:pt x="3293" y="97"/>
                  </a:lnTo>
                  <a:lnTo>
                    <a:pt x="3313" y="95"/>
                  </a:lnTo>
                  <a:lnTo>
                    <a:pt x="3335" y="97"/>
                  </a:lnTo>
                  <a:lnTo>
                    <a:pt x="3356" y="103"/>
                  </a:lnTo>
                  <a:lnTo>
                    <a:pt x="3376" y="114"/>
                  </a:lnTo>
                  <a:lnTo>
                    <a:pt x="3395" y="128"/>
                  </a:lnTo>
                  <a:lnTo>
                    <a:pt x="3409" y="146"/>
                  </a:lnTo>
                  <a:lnTo>
                    <a:pt x="3420" y="166"/>
                  </a:lnTo>
                  <a:lnTo>
                    <a:pt x="3426" y="187"/>
                  </a:lnTo>
                  <a:lnTo>
                    <a:pt x="3428" y="208"/>
                  </a:lnTo>
                  <a:lnTo>
                    <a:pt x="3426" y="230"/>
                  </a:lnTo>
                  <a:lnTo>
                    <a:pt x="3420" y="251"/>
                  </a:lnTo>
                  <a:lnTo>
                    <a:pt x="3409" y="271"/>
                  </a:lnTo>
                  <a:lnTo>
                    <a:pt x="3395" y="290"/>
                  </a:lnTo>
                  <a:lnTo>
                    <a:pt x="3357" y="322"/>
                  </a:lnTo>
                  <a:lnTo>
                    <a:pt x="3318" y="351"/>
                  </a:lnTo>
                  <a:lnTo>
                    <a:pt x="3275" y="374"/>
                  </a:lnTo>
                  <a:lnTo>
                    <a:pt x="3230" y="393"/>
                  </a:lnTo>
                  <a:lnTo>
                    <a:pt x="3183" y="406"/>
                  </a:lnTo>
                  <a:lnTo>
                    <a:pt x="3135" y="415"/>
                  </a:lnTo>
                  <a:lnTo>
                    <a:pt x="3086" y="418"/>
                  </a:lnTo>
                  <a:lnTo>
                    <a:pt x="3036" y="415"/>
                  </a:lnTo>
                  <a:lnTo>
                    <a:pt x="2988" y="406"/>
                  </a:lnTo>
                  <a:lnTo>
                    <a:pt x="2941" y="393"/>
                  </a:lnTo>
                  <a:lnTo>
                    <a:pt x="2896" y="374"/>
                  </a:lnTo>
                  <a:lnTo>
                    <a:pt x="2854" y="351"/>
                  </a:lnTo>
                  <a:lnTo>
                    <a:pt x="2813" y="322"/>
                  </a:lnTo>
                  <a:lnTo>
                    <a:pt x="2777" y="290"/>
                  </a:lnTo>
                  <a:lnTo>
                    <a:pt x="2751" y="268"/>
                  </a:lnTo>
                  <a:lnTo>
                    <a:pt x="2724" y="250"/>
                  </a:lnTo>
                  <a:lnTo>
                    <a:pt x="2694" y="237"/>
                  </a:lnTo>
                  <a:lnTo>
                    <a:pt x="2661" y="230"/>
                  </a:lnTo>
                  <a:lnTo>
                    <a:pt x="2628" y="227"/>
                  </a:lnTo>
                  <a:lnTo>
                    <a:pt x="2595" y="230"/>
                  </a:lnTo>
                  <a:lnTo>
                    <a:pt x="2563" y="237"/>
                  </a:lnTo>
                  <a:lnTo>
                    <a:pt x="2533" y="250"/>
                  </a:lnTo>
                  <a:lnTo>
                    <a:pt x="2505" y="268"/>
                  </a:lnTo>
                  <a:lnTo>
                    <a:pt x="2479" y="290"/>
                  </a:lnTo>
                  <a:lnTo>
                    <a:pt x="2444" y="321"/>
                  </a:lnTo>
                  <a:lnTo>
                    <a:pt x="2407" y="348"/>
                  </a:lnTo>
                  <a:lnTo>
                    <a:pt x="2366" y="371"/>
                  </a:lnTo>
                  <a:lnTo>
                    <a:pt x="2324" y="390"/>
                  </a:lnTo>
                  <a:lnTo>
                    <a:pt x="2282" y="403"/>
                  </a:lnTo>
                  <a:lnTo>
                    <a:pt x="2238" y="411"/>
                  </a:lnTo>
                  <a:lnTo>
                    <a:pt x="2193" y="417"/>
                  </a:lnTo>
                  <a:lnTo>
                    <a:pt x="2149" y="417"/>
                  </a:lnTo>
                  <a:lnTo>
                    <a:pt x="2104" y="411"/>
                  </a:lnTo>
                  <a:lnTo>
                    <a:pt x="2060" y="403"/>
                  </a:lnTo>
                  <a:lnTo>
                    <a:pt x="2017" y="390"/>
                  </a:lnTo>
                  <a:lnTo>
                    <a:pt x="1975" y="371"/>
                  </a:lnTo>
                  <a:lnTo>
                    <a:pt x="1935" y="348"/>
                  </a:lnTo>
                  <a:lnTo>
                    <a:pt x="1898" y="321"/>
                  </a:lnTo>
                  <a:lnTo>
                    <a:pt x="1862" y="290"/>
                  </a:lnTo>
                  <a:lnTo>
                    <a:pt x="1837" y="268"/>
                  </a:lnTo>
                  <a:lnTo>
                    <a:pt x="1809" y="250"/>
                  </a:lnTo>
                  <a:lnTo>
                    <a:pt x="1778" y="237"/>
                  </a:lnTo>
                  <a:lnTo>
                    <a:pt x="1747" y="230"/>
                  </a:lnTo>
                  <a:lnTo>
                    <a:pt x="1714" y="227"/>
                  </a:lnTo>
                  <a:lnTo>
                    <a:pt x="1681" y="230"/>
                  </a:lnTo>
                  <a:lnTo>
                    <a:pt x="1648" y="237"/>
                  </a:lnTo>
                  <a:lnTo>
                    <a:pt x="1618" y="250"/>
                  </a:lnTo>
                  <a:lnTo>
                    <a:pt x="1590" y="268"/>
                  </a:lnTo>
                  <a:lnTo>
                    <a:pt x="1565" y="290"/>
                  </a:lnTo>
                  <a:lnTo>
                    <a:pt x="1530" y="321"/>
                  </a:lnTo>
                  <a:lnTo>
                    <a:pt x="1492" y="348"/>
                  </a:lnTo>
                  <a:lnTo>
                    <a:pt x="1452" y="371"/>
                  </a:lnTo>
                  <a:lnTo>
                    <a:pt x="1410" y="390"/>
                  </a:lnTo>
                  <a:lnTo>
                    <a:pt x="1368" y="403"/>
                  </a:lnTo>
                  <a:lnTo>
                    <a:pt x="1323" y="411"/>
                  </a:lnTo>
                  <a:lnTo>
                    <a:pt x="1279" y="417"/>
                  </a:lnTo>
                  <a:lnTo>
                    <a:pt x="1234" y="417"/>
                  </a:lnTo>
                  <a:lnTo>
                    <a:pt x="1190" y="411"/>
                  </a:lnTo>
                  <a:lnTo>
                    <a:pt x="1146" y="403"/>
                  </a:lnTo>
                  <a:lnTo>
                    <a:pt x="1102" y="390"/>
                  </a:lnTo>
                  <a:lnTo>
                    <a:pt x="1061" y="371"/>
                  </a:lnTo>
                  <a:lnTo>
                    <a:pt x="1021" y="348"/>
                  </a:lnTo>
                  <a:lnTo>
                    <a:pt x="983" y="321"/>
                  </a:lnTo>
                  <a:lnTo>
                    <a:pt x="947" y="290"/>
                  </a:lnTo>
                  <a:lnTo>
                    <a:pt x="922" y="268"/>
                  </a:lnTo>
                  <a:lnTo>
                    <a:pt x="894" y="250"/>
                  </a:lnTo>
                  <a:lnTo>
                    <a:pt x="864" y="237"/>
                  </a:lnTo>
                  <a:lnTo>
                    <a:pt x="832" y="230"/>
                  </a:lnTo>
                  <a:lnTo>
                    <a:pt x="800" y="227"/>
                  </a:lnTo>
                  <a:lnTo>
                    <a:pt x="766" y="230"/>
                  </a:lnTo>
                  <a:lnTo>
                    <a:pt x="734" y="237"/>
                  </a:lnTo>
                  <a:lnTo>
                    <a:pt x="704" y="250"/>
                  </a:lnTo>
                  <a:lnTo>
                    <a:pt x="676" y="268"/>
                  </a:lnTo>
                  <a:lnTo>
                    <a:pt x="651" y="290"/>
                  </a:lnTo>
                  <a:lnTo>
                    <a:pt x="616" y="321"/>
                  </a:lnTo>
                  <a:lnTo>
                    <a:pt x="577" y="348"/>
                  </a:lnTo>
                  <a:lnTo>
                    <a:pt x="538" y="371"/>
                  </a:lnTo>
                  <a:lnTo>
                    <a:pt x="496" y="390"/>
                  </a:lnTo>
                  <a:lnTo>
                    <a:pt x="453" y="403"/>
                  </a:lnTo>
                  <a:lnTo>
                    <a:pt x="409" y="411"/>
                  </a:lnTo>
                  <a:lnTo>
                    <a:pt x="364" y="417"/>
                  </a:lnTo>
                  <a:lnTo>
                    <a:pt x="319" y="417"/>
                  </a:lnTo>
                  <a:lnTo>
                    <a:pt x="276" y="411"/>
                  </a:lnTo>
                  <a:lnTo>
                    <a:pt x="231" y="403"/>
                  </a:lnTo>
                  <a:lnTo>
                    <a:pt x="188" y="390"/>
                  </a:lnTo>
                  <a:lnTo>
                    <a:pt x="147" y="371"/>
                  </a:lnTo>
                  <a:lnTo>
                    <a:pt x="106" y="348"/>
                  </a:lnTo>
                  <a:lnTo>
                    <a:pt x="69" y="321"/>
                  </a:lnTo>
                  <a:lnTo>
                    <a:pt x="33" y="290"/>
                  </a:lnTo>
                  <a:lnTo>
                    <a:pt x="19" y="271"/>
                  </a:lnTo>
                  <a:lnTo>
                    <a:pt x="8" y="251"/>
                  </a:lnTo>
                  <a:lnTo>
                    <a:pt x="2" y="230"/>
                  </a:lnTo>
                  <a:lnTo>
                    <a:pt x="0" y="208"/>
                  </a:lnTo>
                  <a:lnTo>
                    <a:pt x="0" y="208"/>
                  </a:lnTo>
                  <a:lnTo>
                    <a:pt x="2" y="187"/>
                  </a:lnTo>
                  <a:lnTo>
                    <a:pt x="8" y="166"/>
                  </a:lnTo>
                  <a:lnTo>
                    <a:pt x="19" y="146"/>
                  </a:lnTo>
                  <a:lnTo>
                    <a:pt x="33" y="128"/>
                  </a:lnTo>
                  <a:lnTo>
                    <a:pt x="51" y="114"/>
                  </a:lnTo>
                  <a:lnTo>
                    <a:pt x="71" y="103"/>
                  </a:lnTo>
                  <a:lnTo>
                    <a:pt x="92" y="97"/>
                  </a:lnTo>
                  <a:lnTo>
                    <a:pt x="113" y="95"/>
                  </a:lnTo>
                  <a:lnTo>
                    <a:pt x="135" y="97"/>
                  </a:lnTo>
                  <a:lnTo>
                    <a:pt x="156" y="103"/>
                  </a:lnTo>
                  <a:lnTo>
                    <a:pt x="176" y="114"/>
                  </a:lnTo>
                  <a:lnTo>
                    <a:pt x="193" y="128"/>
                  </a:lnTo>
                  <a:lnTo>
                    <a:pt x="219" y="150"/>
                  </a:lnTo>
                  <a:lnTo>
                    <a:pt x="246" y="168"/>
                  </a:lnTo>
                  <a:lnTo>
                    <a:pt x="277" y="180"/>
                  </a:lnTo>
                  <a:lnTo>
                    <a:pt x="309" y="187"/>
                  </a:lnTo>
                  <a:lnTo>
                    <a:pt x="342" y="190"/>
                  </a:lnTo>
                  <a:lnTo>
                    <a:pt x="375" y="187"/>
                  </a:lnTo>
                  <a:lnTo>
                    <a:pt x="407" y="180"/>
                  </a:lnTo>
                  <a:lnTo>
                    <a:pt x="437" y="168"/>
                  </a:lnTo>
                  <a:lnTo>
                    <a:pt x="465" y="150"/>
                  </a:lnTo>
                  <a:lnTo>
                    <a:pt x="491" y="128"/>
                  </a:lnTo>
                  <a:lnTo>
                    <a:pt x="526" y="97"/>
                  </a:lnTo>
                  <a:lnTo>
                    <a:pt x="564" y="69"/>
                  </a:lnTo>
                  <a:lnTo>
                    <a:pt x="604" y="47"/>
                  </a:lnTo>
                  <a:lnTo>
                    <a:pt x="646" y="28"/>
                  </a:lnTo>
                  <a:lnTo>
                    <a:pt x="688" y="15"/>
                  </a:lnTo>
                  <a:lnTo>
                    <a:pt x="732" y="5"/>
                  </a:lnTo>
                  <a:lnTo>
                    <a:pt x="777" y="1"/>
                  </a:lnTo>
                  <a:lnTo>
                    <a:pt x="822" y="1"/>
                  </a:lnTo>
                  <a:lnTo>
                    <a:pt x="866" y="5"/>
                  </a:lnTo>
                  <a:lnTo>
                    <a:pt x="910" y="15"/>
                  </a:lnTo>
                  <a:lnTo>
                    <a:pt x="953" y="28"/>
                  </a:lnTo>
                  <a:lnTo>
                    <a:pt x="995" y="47"/>
                  </a:lnTo>
                  <a:lnTo>
                    <a:pt x="1035" y="69"/>
                  </a:lnTo>
                  <a:lnTo>
                    <a:pt x="1072" y="97"/>
                  </a:lnTo>
                  <a:lnTo>
                    <a:pt x="1108" y="128"/>
                  </a:lnTo>
                  <a:lnTo>
                    <a:pt x="1134" y="151"/>
                  </a:lnTo>
                  <a:lnTo>
                    <a:pt x="1163" y="168"/>
                  </a:lnTo>
                  <a:lnTo>
                    <a:pt x="1193" y="180"/>
                  </a:lnTo>
                  <a:lnTo>
                    <a:pt x="1224" y="187"/>
                  </a:lnTo>
                  <a:lnTo>
                    <a:pt x="1256" y="190"/>
                  </a:lnTo>
                  <a:lnTo>
                    <a:pt x="1289" y="187"/>
                  </a:lnTo>
                  <a:lnTo>
                    <a:pt x="1320" y="180"/>
                  </a:lnTo>
                  <a:lnTo>
                    <a:pt x="1350" y="168"/>
                  </a:lnTo>
                  <a:lnTo>
                    <a:pt x="1379" y="151"/>
                  </a:lnTo>
                  <a:lnTo>
                    <a:pt x="1405" y="128"/>
                  </a:lnTo>
                  <a:lnTo>
                    <a:pt x="1441" y="95"/>
                  </a:lnTo>
                  <a:lnTo>
                    <a:pt x="1482" y="67"/>
                  </a:lnTo>
                  <a:lnTo>
                    <a:pt x="1525" y="44"/>
                  </a:lnTo>
                  <a:lnTo>
                    <a:pt x="1569" y="25"/>
                  </a:lnTo>
                  <a:lnTo>
                    <a:pt x="1616" y="11"/>
                  </a:lnTo>
                  <a:lnTo>
                    <a:pt x="1664" y="3"/>
                  </a:lnTo>
                  <a:lnTo>
                    <a:pt x="17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81" name="Freeform 29"/>
            <p:cNvSpPr>
              <a:spLocks noEditPoints="1"/>
            </p:cNvSpPr>
            <p:nvPr/>
          </p:nvSpPr>
          <p:spPr bwMode="auto">
            <a:xfrm>
              <a:off x="898525" y="2176463"/>
              <a:ext cx="227013" cy="63500"/>
            </a:xfrm>
            <a:custGeom>
              <a:avLst/>
              <a:gdLst>
                <a:gd name="T0" fmla="*/ 2958 w 3425"/>
                <a:gd name="T1" fmla="*/ 190 h 940"/>
                <a:gd name="T2" fmla="*/ 2181 w 3425"/>
                <a:gd name="T3" fmla="*/ 750 h 940"/>
                <a:gd name="T4" fmla="*/ 632 w 3425"/>
                <a:gd name="T5" fmla="*/ 0 h 940"/>
                <a:gd name="T6" fmla="*/ 752 w 3425"/>
                <a:gd name="T7" fmla="*/ 44 h 940"/>
                <a:gd name="T8" fmla="*/ 814 w 3425"/>
                <a:gd name="T9" fmla="*/ 153 h 940"/>
                <a:gd name="T10" fmla="*/ 1055 w 3425"/>
                <a:gd name="T11" fmla="*/ 187 h 940"/>
                <a:gd name="T12" fmla="*/ 1098 w 3425"/>
                <a:gd name="T13" fmla="*/ 67 h 940"/>
                <a:gd name="T14" fmla="*/ 1207 w 3425"/>
                <a:gd name="T15" fmla="*/ 3 h 940"/>
                <a:gd name="T16" fmla="*/ 1474 w 3425"/>
                <a:gd name="T17" fmla="*/ 13 h 940"/>
                <a:gd name="T18" fmla="*/ 1568 w 3425"/>
                <a:gd name="T19" fmla="*/ 93 h 940"/>
                <a:gd name="T20" fmla="*/ 1594 w 3425"/>
                <a:gd name="T21" fmla="*/ 375 h 940"/>
                <a:gd name="T22" fmla="*/ 1843 w 3425"/>
                <a:gd name="T23" fmla="*/ 122 h 940"/>
                <a:gd name="T24" fmla="*/ 1923 w 3425"/>
                <a:gd name="T25" fmla="*/ 26 h 940"/>
                <a:gd name="T26" fmla="*/ 2185 w 3425"/>
                <a:gd name="T27" fmla="*/ 0 h 940"/>
                <a:gd name="T28" fmla="*/ 2305 w 3425"/>
                <a:gd name="T29" fmla="*/ 44 h 940"/>
                <a:gd name="T30" fmla="*/ 2367 w 3425"/>
                <a:gd name="T31" fmla="*/ 153 h 940"/>
                <a:gd name="T32" fmla="*/ 2607 w 3425"/>
                <a:gd name="T33" fmla="*/ 187 h 940"/>
                <a:gd name="T34" fmla="*/ 2651 w 3425"/>
                <a:gd name="T35" fmla="*/ 67 h 940"/>
                <a:gd name="T36" fmla="*/ 2759 w 3425"/>
                <a:gd name="T37" fmla="*/ 3 h 940"/>
                <a:gd name="T38" fmla="*/ 3026 w 3425"/>
                <a:gd name="T39" fmla="*/ 13 h 940"/>
                <a:gd name="T40" fmla="*/ 3121 w 3425"/>
                <a:gd name="T41" fmla="*/ 93 h 940"/>
                <a:gd name="T42" fmla="*/ 3147 w 3425"/>
                <a:gd name="T43" fmla="*/ 375 h 940"/>
                <a:gd name="T44" fmla="*/ 3389 w 3425"/>
                <a:gd name="T45" fmla="*/ 396 h 940"/>
                <a:gd name="T46" fmla="*/ 3425 w 3425"/>
                <a:gd name="T47" fmla="*/ 470 h 940"/>
                <a:gd name="T48" fmla="*/ 3389 w 3425"/>
                <a:gd name="T49" fmla="*/ 544 h 940"/>
                <a:gd name="T50" fmla="*/ 3147 w 3425"/>
                <a:gd name="T51" fmla="*/ 565 h 940"/>
                <a:gd name="T52" fmla="*/ 3121 w 3425"/>
                <a:gd name="T53" fmla="*/ 848 h 940"/>
                <a:gd name="T54" fmla="*/ 3026 w 3425"/>
                <a:gd name="T55" fmla="*/ 928 h 940"/>
                <a:gd name="T56" fmla="*/ 2759 w 3425"/>
                <a:gd name="T57" fmla="*/ 937 h 940"/>
                <a:gd name="T58" fmla="*/ 2651 w 3425"/>
                <a:gd name="T59" fmla="*/ 874 h 940"/>
                <a:gd name="T60" fmla="*/ 2607 w 3425"/>
                <a:gd name="T61" fmla="*/ 754 h 940"/>
                <a:gd name="T62" fmla="*/ 2367 w 3425"/>
                <a:gd name="T63" fmla="*/ 788 h 940"/>
                <a:gd name="T64" fmla="*/ 2305 w 3425"/>
                <a:gd name="T65" fmla="*/ 896 h 940"/>
                <a:gd name="T66" fmla="*/ 2185 w 3425"/>
                <a:gd name="T67" fmla="*/ 940 h 940"/>
                <a:gd name="T68" fmla="*/ 1923 w 3425"/>
                <a:gd name="T69" fmla="*/ 915 h 940"/>
                <a:gd name="T70" fmla="*/ 1843 w 3425"/>
                <a:gd name="T71" fmla="*/ 819 h 940"/>
                <a:gd name="T72" fmla="*/ 1594 w 3425"/>
                <a:gd name="T73" fmla="*/ 565 h 940"/>
                <a:gd name="T74" fmla="*/ 1568 w 3425"/>
                <a:gd name="T75" fmla="*/ 848 h 940"/>
                <a:gd name="T76" fmla="*/ 1474 w 3425"/>
                <a:gd name="T77" fmla="*/ 928 h 940"/>
                <a:gd name="T78" fmla="*/ 1207 w 3425"/>
                <a:gd name="T79" fmla="*/ 937 h 940"/>
                <a:gd name="T80" fmla="*/ 1098 w 3425"/>
                <a:gd name="T81" fmla="*/ 874 h 940"/>
                <a:gd name="T82" fmla="*/ 1055 w 3425"/>
                <a:gd name="T83" fmla="*/ 754 h 940"/>
                <a:gd name="T84" fmla="*/ 814 w 3425"/>
                <a:gd name="T85" fmla="*/ 788 h 940"/>
                <a:gd name="T86" fmla="*/ 752 w 3425"/>
                <a:gd name="T87" fmla="*/ 896 h 940"/>
                <a:gd name="T88" fmla="*/ 632 w 3425"/>
                <a:gd name="T89" fmla="*/ 940 h 940"/>
                <a:gd name="T90" fmla="*/ 370 w 3425"/>
                <a:gd name="T91" fmla="*/ 915 h 940"/>
                <a:gd name="T92" fmla="*/ 290 w 3425"/>
                <a:gd name="T93" fmla="*/ 819 h 940"/>
                <a:gd name="T94" fmla="*/ 95 w 3425"/>
                <a:gd name="T95" fmla="*/ 565 h 940"/>
                <a:gd name="T96" fmla="*/ 21 w 3425"/>
                <a:gd name="T97" fmla="*/ 529 h 940"/>
                <a:gd name="T98" fmla="*/ 3 w 3425"/>
                <a:gd name="T99" fmla="*/ 449 h 940"/>
                <a:gd name="T100" fmla="*/ 53 w 3425"/>
                <a:gd name="T101" fmla="*/ 386 h 940"/>
                <a:gd name="T102" fmla="*/ 279 w 3425"/>
                <a:gd name="T103" fmla="*/ 187 h 940"/>
                <a:gd name="T104" fmla="*/ 322 w 3425"/>
                <a:gd name="T105" fmla="*/ 67 h 940"/>
                <a:gd name="T106" fmla="*/ 431 w 3425"/>
                <a:gd name="T107" fmla="*/ 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25" h="940">
                  <a:moveTo>
                    <a:pt x="2797" y="190"/>
                  </a:moveTo>
                  <a:lnTo>
                    <a:pt x="2797" y="750"/>
                  </a:lnTo>
                  <a:lnTo>
                    <a:pt x="2958" y="750"/>
                  </a:lnTo>
                  <a:lnTo>
                    <a:pt x="2958" y="190"/>
                  </a:lnTo>
                  <a:lnTo>
                    <a:pt x="2797" y="190"/>
                  </a:lnTo>
                  <a:close/>
                  <a:moveTo>
                    <a:pt x="2021" y="190"/>
                  </a:moveTo>
                  <a:lnTo>
                    <a:pt x="2021" y="750"/>
                  </a:lnTo>
                  <a:lnTo>
                    <a:pt x="2181" y="750"/>
                  </a:lnTo>
                  <a:lnTo>
                    <a:pt x="2181" y="190"/>
                  </a:lnTo>
                  <a:lnTo>
                    <a:pt x="2021" y="190"/>
                  </a:lnTo>
                  <a:close/>
                  <a:moveTo>
                    <a:pt x="464" y="0"/>
                  </a:moveTo>
                  <a:lnTo>
                    <a:pt x="632" y="0"/>
                  </a:lnTo>
                  <a:lnTo>
                    <a:pt x="666" y="3"/>
                  </a:lnTo>
                  <a:lnTo>
                    <a:pt x="697" y="13"/>
                  </a:lnTo>
                  <a:lnTo>
                    <a:pt x="726" y="26"/>
                  </a:lnTo>
                  <a:lnTo>
                    <a:pt x="752" y="44"/>
                  </a:lnTo>
                  <a:lnTo>
                    <a:pt x="774" y="67"/>
                  </a:lnTo>
                  <a:lnTo>
                    <a:pt x="793" y="93"/>
                  </a:lnTo>
                  <a:lnTo>
                    <a:pt x="806" y="122"/>
                  </a:lnTo>
                  <a:lnTo>
                    <a:pt x="814" y="153"/>
                  </a:lnTo>
                  <a:lnTo>
                    <a:pt x="817" y="187"/>
                  </a:lnTo>
                  <a:lnTo>
                    <a:pt x="817" y="375"/>
                  </a:lnTo>
                  <a:lnTo>
                    <a:pt x="1055" y="375"/>
                  </a:lnTo>
                  <a:lnTo>
                    <a:pt x="1055" y="187"/>
                  </a:lnTo>
                  <a:lnTo>
                    <a:pt x="1058" y="153"/>
                  </a:lnTo>
                  <a:lnTo>
                    <a:pt x="1067" y="122"/>
                  </a:lnTo>
                  <a:lnTo>
                    <a:pt x="1081" y="93"/>
                  </a:lnTo>
                  <a:lnTo>
                    <a:pt x="1098" y="67"/>
                  </a:lnTo>
                  <a:lnTo>
                    <a:pt x="1121" y="44"/>
                  </a:lnTo>
                  <a:lnTo>
                    <a:pt x="1147" y="26"/>
                  </a:lnTo>
                  <a:lnTo>
                    <a:pt x="1175" y="13"/>
                  </a:lnTo>
                  <a:lnTo>
                    <a:pt x="1207" y="3"/>
                  </a:lnTo>
                  <a:lnTo>
                    <a:pt x="1241" y="0"/>
                  </a:lnTo>
                  <a:lnTo>
                    <a:pt x="1409" y="0"/>
                  </a:lnTo>
                  <a:lnTo>
                    <a:pt x="1443" y="3"/>
                  </a:lnTo>
                  <a:lnTo>
                    <a:pt x="1474" y="13"/>
                  </a:lnTo>
                  <a:lnTo>
                    <a:pt x="1502" y="26"/>
                  </a:lnTo>
                  <a:lnTo>
                    <a:pt x="1528" y="44"/>
                  </a:lnTo>
                  <a:lnTo>
                    <a:pt x="1551" y="67"/>
                  </a:lnTo>
                  <a:lnTo>
                    <a:pt x="1568" y="93"/>
                  </a:lnTo>
                  <a:lnTo>
                    <a:pt x="1583" y="122"/>
                  </a:lnTo>
                  <a:lnTo>
                    <a:pt x="1591" y="153"/>
                  </a:lnTo>
                  <a:lnTo>
                    <a:pt x="1594" y="187"/>
                  </a:lnTo>
                  <a:lnTo>
                    <a:pt x="1594" y="375"/>
                  </a:lnTo>
                  <a:lnTo>
                    <a:pt x="1831" y="375"/>
                  </a:lnTo>
                  <a:lnTo>
                    <a:pt x="1831" y="187"/>
                  </a:lnTo>
                  <a:lnTo>
                    <a:pt x="1835" y="153"/>
                  </a:lnTo>
                  <a:lnTo>
                    <a:pt x="1843" y="122"/>
                  </a:lnTo>
                  <a:lnTo>
                    <a:pt x="1856" y="93"/>
                  </a:lnTo>
                  <a:lnTo>
                    <a:pt x="1875" y="67"/>
                  </a:lnTo>
                  <a:lnTo>
                    <a:pt x="1897" y="44"/>
                  </a:lnTo>
                  <a:lnTo>
                    <a:pt x="1923" y="26"/>
                  </a:lnTo>
                  <a:lnTo>
                    <a:pt x="1952" y="13"/>
                  </a:lnTo>
                  <a:lnTo>
                    <a:pt x="1983" y="3"/>
                  </a:lnTo>
                  <a:lnTo>
                    <a:pt x="2017" y="0"/>
                  </a:lnTo>
                  <a:lnTo>
                    <a:pt x="2185" y="0"/>
                  </a:lnTo>
                  <a:lnTo>
                    <a:pt x="2218" y="3"/>
                  </a:lnTo>
                  <a:lnTo>
                    <a:pt x="2250" y="13"/>
                  </a:lnTo>
                  <a:lnTo>
                    <a:pt x="2279" y="26"/>
                  </a:lnTo>
                  <a:lnTo>
                    <a:pt x="2305" y="44"/>
                  </a:lnTo>
                  <a:lnTo>
                    <a:pt x="2327" y="67"/>
                  </a:lnTo>
                  <a:lnTo>
                    <a:pt x="2345" y="93"/>
                  </a:lnTo>
                  <a:lnTo>
                    <a:pt x="2359" y="122"/>
                  </a:lnTo>
                  <a:lnTo>
                    <a:pt x="2367" y="153"/>
                  </a:lnTo>
                  <a:lnTo>
                    <a:pt x="2370" y="187"/>
                  </a:lnTo>
                  <a:lnTo>
                    <a:pt x="2370" y="375"/>
                  </a:lnTo>
                  <a:lnTo>
                    <a:pt x="2607" y="375"/>
                  </a:lnTo>
                  <a:lnTo>
                    <a:pt x="2607" y="187"/>
                  </a:lnTo>
                  <a:lnTo>
                    <a:pt x="2610" y="153"/>
                  </a:lnTo>
                  <a:lnTo>
                    <a:pt x="2619" y="122"/>
                  </a:lnTo>
                  <a:lnTo>
                    <a:pt x="2633" y="93"/>
                  </a:lnTo>
                  <a:lnTo>
                    <a:pt x="2651" y="67"/>
                  </a:lnTo>
                  <a:lnTo>
                    <a:pt x="2674" y="44"/>
                  </a:lnTo>
                  <a:lnTo>
                    <a:pt x="2699" y="26"/>
                  </a:lnTo>
                  <a:lnTo>
                    <a:pt x="2728" y="13"/>
                  </a:lnTo>
                  <a:lnTo>
                    <a:pt x="2759" y="3"/>
                  </a:lnTo>
                  <a:lnTo>
                    <a:pt x="2792" y="0"/>
                  </a:lnTo>
                  <a:lnTo>
                    <a:pt x="2961" y="0"/>
                  </a:lnTo>
                  <a:lnTo>
                    <a:pt x="2994" y="3"/>
                  </a:lnTo>
                  <a:lnTo>
                    <a:pt x="3026" y="13"/>
                  </a:lnTo>
                  <a:lnTo>
                    <a:pt x="3055" y="26"/>
                  </a:lnTo>
                  <a:lnTo>
                    <a:pt x="3081" y="44"/>
                  </a:lnTo>
                  <a:lnTo>
                    <a:pt x="3103" y="67"/>
                  </a:lnTo>
                  <a:lnTo>
                    <a:pt x="3121" y="93"/>
                  </a:lnTo>
                  <a:lnTo>
                    <a:pt x="3135" y="122"/>
                  </a:lnTo>
                  <a:lnTo>
                    <a:pt x="3144" y="153"/>
                  </a:lnTo>
                  <a:lnTo>
                    <a:pt x="3147" y="187"/>
                  </a:lnTo>
                  <a:lnTo>
                    <a:pt x="3147" y="375"/>
                  </a:lnTo>
                  <a:lnTo>
                    <a:pt x="3330" y="375"/>
                  </a:lnTo>
                  <a:lnTo>
                    <a:pt x="3352" y="378"/>
                  </a:lnTo>
                  <a:lnTo>
                    <a:pt x="3372" y="386"/>
                  </a:lnTo>
                  <a:lnTo>
                    <a:pt x="3389" y="396"/>
                  </a:lnTo>
                  <a:lnTo>
                    <a:pt x="3404" y="412"/>
                  </a:lnTo>
                  <a:lnTo>
                    <a:pt x="3415" y="428"/>
                  </a:lnTo>
                  <a:lnTo>
                    <a:pt x="3423" y="449"/>
                  </a:lnTo>
                  <a:lnTo>
                    <a:pt x="3425" y="470"/>
                  </a:lnTo>
                  <a:lnTo>
                    <a:pt x="3423" y="492"/>
                  </a:lnTo>
                  <a:lnTo>
                    <a:pt x="3415" y="512"/>
                  </a:lnTo>
                  <a:lnTo>
                    <a:pt x="3404" y="529"/>
                  </a:lnTo>
                  <a:lnTo>
                    <a:pt x="3389" y="544"/>
                  </a:lnTo>
                  <a:lnTo>
                    <a:pt x="3372" y="555"/>
                  </a:lnTo>
                  <a:lnTo>
                    <a:pt x="3352" y="563"/>
                  </a:lnTo>
                  <a:lnTo>
                    <a:pt x="3330" y="565"/>
                  </a:lnTo>
                  <a:lnTo>
                    <a:pt x="3147" y="565"/>
                  </a:lnTo>
                  <a:lnTo>
                    <a:pt x="3147" y="754"/>
                  </a:lnTo>
                  <a:lnTo>
                    <a:pt x="3144" y="788"/>
                  </a:lnTo>
                  <a:lnTo>
                    <a:pt x="3135" y="819"/>
                  </a:lnTo>
                  <a:lnTo>
                    <a:pt x="3121" y="848"/>
                  </a:lnTo>
                  <a:lnTo>
                    <a:pt x="3103" y="874"/>
                  </a:lnTo>
                  <a:lnTo>
                    <a:pt x="3081" y="896"/>
                  </a:lnTo>
                  <a:lnTo>
                    <a:pt x="3055" y="915"/>
                  </a:lnTo>
                  <a:lnTo>
                    <a:pt x="3026" y="928"/>
                  </a:lnTo>
                  <a:lnTo>
                    <a:pt x="2994" y="937"/>
                  </a:lnTo>
                  <a:lnTo>
                    <a:pt x="2961" y="940"/>
                  </a:lnTo>
                  <a:lnTo>
                    <a:pt x="2792" y="940"/>
                  </a:lnTo>
                  <a:lnTo>
                    <a:pt x="2759" y="937"/>
                  </a:lnTo>
                  <a:lnTo>
                    <a:pt x="2728" y="928"/>
                  </a:lnTo>
                  <a:lnTo>
                    <a:pt x="2700" y="915"/>
                  </a:lnTo>
                  <a:lnTo>
                    <a:pt x="2674" y="896"/>
                  </a:lnTo>
                  <a:lnTo>
                    <a:pt x="2651" y="874"/>
                  </a:lnTo>
                  <a:lnTo>
                    <a:pt x="2633" y="848"/>
                  </a:lnTo>
                  <a:lnTo>
                    <a:pt x="2619" y="819"/>
                  </a:lnTo>
                  <a:lnTo>
                    <a:pt x="2610" y="788"/>
                  </a:lnTo>
                  <a:lnTo>
                    <a:pt x="2607" y="754"/>
                  </a:lnTo>
                  <a:lnTo>
                    <a:pt x="2607" y="565"/>
                  </a:lnTo>
                  <a:lnTo>
                    <a:pt x="2370" y="565"/>
                  </a:lnTo>
                  <a:lnTo>
                    <a:pt x="2370" y="754"/>
                  </a:lnTo>
                  <a:lnTo>
                    <a:pt x="2367" y="788"/>
                  </a:lnTo>
                  <a:lnTo>
                    <a:pt x="2359" y="819"/>
                  </a:lnTo>
                  <a:lnTo>
                    <a:pt x="2345" y="848"/>
                  </a:lnTo>
                  <a:lnTo>
                    <a:pt x="2327" y="874"/>
                  </a:lnTo>
                  <a:lnTo>
                    <a:pt x="2305" y="896"/>
                  </a:lnTo>
                  <a:lnTo>
                    <a:pt x="2279" y="915"/>
                  </a:lnTo>
                  <a:lnTo>
                    <a:pt x="2250" y="928"/>
                  </a:lnTo>
                  <a:lnTo>
                    <a:pt x="2218" y="937"/>
                  </a:lnTo>
                  <a:lnTo>
                    <a:pt x="2185" y="940"/>
                  </a:lnTo>
                  <a:lnTo>
                    <a:pt x="2017" y="940"/>
                  </a:lnTo>
                  <a:lnTo>
                    <a:pt x="1983" y="937"/>
                  </a:lnTo>
                  <a:lnTo>
                    <a:pt x="1952" y="928"/>
                  </a:lnTo>
                  <a:lnTo>
                    <a:pt x="1923" y="915"/>
                  </a:lnTo>
                  <a:lnTo>
                    <a:pt x="1897" y="896"/>
                  </a:lnTo>
                  <a:lnTo>
                    <a:pt x="1875" y="874"/>
                  </a:lnTo>
                  <a:lnTo>
                    <a:pt x="1856" y="848"/>
                  </a:lnTo>
                  <a:lnTo>
                    <a:pt x="1843" y="819"/>
                  </a:lnTo>
                  <a:lnTo>
                    <a:pt x="1835" y="788"/>
                  </a:lnTo>
                  <a:lnTo>
                    <a:pt x="1831" y="754"/>
                  </a:lnTo>
                  <a:lnTo>
                    <a:pt x="1831" y="565"/>
                  </a:lnTo>
                  <a:lnTo>
                    <a:pt x="1594" y="565"/>
                  </a:lnTo>
                  <a:lnTo>
                    <a:pt x="1594" y="754"/>
                  </a:lnTo>
                  <a:lnTo>
                    <a:pt x="1591" y="788"/>
                  </a:lnTo>
                  <a:lnTo>
                    <a:pt x="1583" y="819"/>
                  </a:lnTo>
                  <a:lnTo>
                    <a:pt x="1568" y="848"/>
                  </a:lnTo>
                  <a:lnTo>
                    <a:pt x="1551" y="874"/>
                  </a:lnTo>
                  <a:lnTo>
                    <a:pt x="1528" y="896"/>
                  </a:lnTo>
                  <a:lnTo>
                    <a:pt x="1502" y="915"/>
                  </a:lnTo>
                  <a:lnTo>
                    <a:pt x="1474" y="928"/>
                  </a:lnTo>
                  <a:lnTo>
                    <a:pt x="1443" y="937"/>
                  </a:lnTo>
                  <a:lnTo>
                    <a:pt x="1409" y="940"/>
                  </a:lnTo>
                  <a:lnTo>
                    <a:pt x="1241" y="940"/>
                  </a:lnTo>
                  <a:lnTo>
                    <a:pt x="1207" y="937"/>
                  </a:lnTo>
                  <a:lnTo>
                    <a:pt x="1175" y="928"/>
                  </a:lnTo>
                  <a:lnTo>
                    <a:pt x="1147" y="915"/>
                  </a:lnTo>
                  <a:lnTo>
                    <a:pt x="1121" y="896"/>
                  </a:lnTo>
                  <a:lnTo>
                    <a:pt x="1098" y="874"/>
                  </a:lnTo>
                  <a:lnTo>
                    <a:pt x="1081" y="848"/>
                  </a:lnTo>
                  <a:lnTo>
                    <a:pt x="1067" y="819"/>
                  </a:lnTo>
                  <a:lnTo>
                    <a:pt x="1058" y="788"/>
                  </a:lnTo>
                  <a:lnTo>
                    <a:pt x="1055" y="754"/>
                  </a:lnTo>
                  <a:lnTo>
                    <a:pt x="1055" y="565"/>
                  </a:lnTo>
                  <a:lnTo>
                    <a:pt x="817" y="565"/>
                  </a:lnTo>
                  <a:lnTo>
                    <a:pt x="817" y="754"/>
                  </a:lnTo>
                  <a:lnTo>
                    <a:pt x="814" y="788"/>
                  </a:lnTo>
                  <a:lnTo>
                    <a:pt x="806" y="819"/>
                  </a:lnTo>
                  <a:lnTo>
                    <a:pt x="793" y="848"/>
                  </a:lnTo>
                  <a:lnTo>
                    <a:pt x="774" y="874"/>
                  </a:lnTo>
                  <a:lnTo>
                    <a:pt x="752" y="896"/>
                  </a:lnTo>
                  <a:lnTo>
                    <a:pt x="726" y="915"/>
                  </a:lnTo>
                  <a:lnTo>
                    <a:pt x="697" y="928"/>
                  </a:lnTo>
                  <a:lnTo>
                    <a:pt x="666" y="937"/>
                  </a:lnTo>
                  <a:lnTo>
                    <a:pt x="632" y="940"/>
                  </a:lnTo>
                  <a:lnTo>
                    <a:pt x="464" y="940"/>
                  </a:lnTo>
                  <a:lnTo>
                    <a:pt x="431" y="937"/>
                  </a:lnTo>
                  <a:lnTo>
                    <a:pt x="399" y="928"/>
                  </a:lnTo>
                  <a:lnTo>
                    <a:pt x="370" y="915"/>
                  </a:lnTo>
                  <a:lnTo>
                    <a:pt x="344" y="896"/>
                  </a:lnTo>
                  <a:lnTo>
                    <a:pt x="322" y="874"/>
                  </a:lnTo>
                  <a:lnTo>
                    <a:pt x="304" y="848"/>
                  </a:lnTo>
                  <a:lnTo>
                    <a:pt x="290" y="819"/>
                  </a:lnTo>
                  <a:lnTo>
                    <a:pt x="282" y="788"/>
                  </a:lnTo>
                  <a:lnTo>
                    <a:pt x="279" y="754"/>
                  </a:lnTo>
                  <a:lnTo>
                    <a:pt x="279" y="565"/>
                  </a:lnTo>
                  <a:lnTo>
                    <a:pt x="95" y="565"/>
                  </a:lnTo>
                  <a:lnTo>
                    <a:pt x="73" y="563"/>
                  </a:lnTo>
                  <a:lnTo>
                    <a:pt x="53" y="555"/>
                  </a:lnTo>
                  <a:lnTo>
                    <a:pt x="35" y="544"/>
                  </a:lnTo>
                  <a:lnTo>
                    <a:pt x="21" y="529"/>
                  </a:lnTo>
                  <a:lnTo>
                    <a:pt x="9" y="512"/>
                  </a:lnTo>
                  <a:lnTo>
                    <a:pt x="3" y="492"/>
                  </a:lnTo>
                  <a:lnTo>
                    <a:pt x="0" y="470"/>
                  </a:lnTo>
                  <a:lnTo>
                    <a:pt x="3" y="449"/>
                  </a:lnTo>
                  <a:lnTo>
                    <a:pt x="9" y="428"/>
                  </a:lnTo>
                  <a:lnTo>
                    <a:pt x="21" y="412"/>
                  </a:lnTo>
                  <a:lnTo>
                    <a:pt x="35" y="396"/>
                  </a:lnTo>
                  <a:lnTo>
                    <a:pt x="53" y="386"/>
                  </a:lnTo>
                  <a:lnTo>
                    <a:pt x="73" y="378"/>
                  </a:lnTo>
                  <a:lnTo>
                    <a:pt x="95" y="375"/>
                  </a:lnTo>
                  <a:lnTo>
                    <a:pt x="279" y="375"/>
                  </a:lnTo>
                  <a:lnTo>
                    <a:pt x="279" y="187"/>
                  </a:lnTo>
                  <a:lnTo>
                    <a:pt x="282" y="153"/>
                  </a:lnTo>
                  <a:lnTo>
                    <a:pt x="290" y="122"/>
                  </a:lnTo>
                  <a:lnTo>
                    <a:pt x="304" y="93"/>
                  </a:lnTo>
                  <a:lnTo>
                    <a:pt x="322" y="67"/>
                  </a:lnTo>
                  <a:lnTo>
                    <a:pt x="344" y="44"/>
                  </a:lnTo>
                  <a:lnTo>
                    <a:pt x="370" y="26"/>
                  </a:lnTo>
                  <a:lnTo>
                    <a:pt x="399" y="13"/>
                  </a:lnTo>
                  <a:lnTo>
                    <a:pt x="431" y="3"/>
                  </a:lnTo>
                  <a:lnTo>
                    <a:pt x="4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grpSp>
        <p:nvGrpSpPr>
          <p:cNvPr id="86" name="Group 85"/>
          <p:cNvGrpSpPr/>
          <p:nvPr>
            <p:custDataLst>
              <p:tags r:id="rId16"/>
            </p:custDataLst>
          </p:nvPr>
        </p:nvGrpSpPr>
        <p:grpSpPr>
          <a:xfrm>
            <a:off x="5907118" y="4628061"/>
            <a:ext cx="474486" cy="291992"/>
            <a:chOff x="2935288" y="3133725"/>
            <a:chExt cx="227012" cy="139700"/>
          </a:xfrm>
          <a:solidFill>
            <a:schemeClr val="accent1"/>
          </a:solidFill>
        </p:grpSpPr>
        <p:sp>
          <p:nvSpPr>
            <p:cNvPr id="87" name="Freeform 243"/>
            <p:cNvSpPr>
              <a:spLocks/>
            </p:cNvSpPr>
            <p:nvPr/>
          </p:nvSpPr>
          <p:spPr bwMode="auto">
            <a:xfrm>
              <a:off x="3071813" y="3133725"/>
              <a:ext cx="41275" cy="41275"/>
            </a:xfrm>
            <a:custGeom>
              <a:avLst/>
              <a:gdLst>
                <a:gd name="T0" fmla="*/ 309 w 618"/>
                <a:gd name="T1" fmla="*/ 0 h 620"/>
                <a:gd name="T2" fmla="*/ 351 w 618"/>
                <a:gd name="T3" fmla="*/ 3 h 620"/>
                <a:gd name="T4" fmla="*/ 392 w 618"/>
                <a:gd name="T5" fmla="*/ 12 h 620"/>
                <a:gd name="T6" fmla="*/ 429 w 618"/>
                <a:gd name="T7" fmla="*/ 24 h 620"/>
                <a:gd name="T8" fmla="*/ 466 w 618"/>
                <a:gd name="T9" fmla="*/ 43 h 620"/>
                <a:gd name="T10" fmla="*/ 498 w 618"/>
                <a:gd name="T11" fmla="*/ 65 h 620"/>
                <a:gd name="T12" fmla="*/ 528 w 618"/>
                <a:gd name="T13" fmla="*/ 91 h 620"/>
                <a:gd name="T14" fmla="*/ 554 w 618"/>
                <a:gd name="T15" fmla="*/ 121 h 620"/>
                <a:gd name="T16" fmla="*/ 576 w 618"/>
                <a:gd name="T17" fmla="*/ 153 h 620"/>
                <a:gd name="T18" fmla="*/ 595 w 618"/>
                <a:gd name="T19" fmla="*/ 190 h 620"/>
                <a:gd name="T20" fmla="*/ 607 w 618"/>
                <a:gd name="T21" fmla="*/ 227 h 620"/>
                <a:gd name="T22" fmla="*/ 615 w 618"/>
                <a:gd name="T23" fmla="*/ 268 h 620"/>
                <a:gd name="T24" fmla="*/ 618 w 618"/>
                <a:gd name="T25" fmla="*/ 311 h 620"/>
                <a:gd name="T26" fmla="*/ 615 w 618"/>
                <a:gd name="T27" fmla="*/ 352 h 620"/>
                <a:gd name="T28" fmla="*/ 607 w 618"/>
                <a:gd name="T29" fmla="*/ 393 h 620"/>
                <a:gd name="T30" fmla="*/ 595 w 618"/>
                <a:gd name="T31" fmla="*/ 431 h 620"/>
                <a:gd name="T32" fmla="*/ 576 w 618"/>
                <a:gd name="T33" fmla="*/ 467 h 620"/>
                <a:gd name="T34" fmla="*/ 554 w 618"/>
                <a:gd name="T35" fmla="*/ 499 h 620"/>
                <a:gd name="T36" fmla="*/ 528 w 618"/>
                <a:gd name="T37" fmla="*/ 530 h 620"/>
                <a:gd name="T38" fmla="*/ 498 w 618"/>
                <a:gd name="T39" fmla="*/ 556 h 620"/>
                <a:gd name="T40" fmla="*/ 466 w 618"/>
                <a:gd name="T41" fmla="*/ 578 h 620"/>
                <a:gd name="T42" fmla="*/ 429 w 618"/>
                <a:gd name="T43" fmla="*/ 596 h 620"/>
                <a:gd name="T44" fmla="*/ 392 w 618"/>
                <a:gd name="T45" fmla="*/ 609 h 620"/>
                <a:gd name="T46" fmla="*/ 351 w 618"/>
                <a:gd name="T47" fmla="*/ 617 h 620"/>
                <a:gd name="T48" fmla="*/ 309 w 618"/>
                <a:gd name="T49" fmla="*/ 620 h 620"/>
                <a:gd name="T50" fmla="*/ 267 w 618"/>
                <a:gd name="T51" fmla="*/ 617 h 620"/>
                <a:gd name="T52" fmla="*/ 226 w 618"/>
                <a:gd name="T53" fmla="*/ 609 h 620"/>
                <a:gd name="T54" fmla="*/ 189 w 618"/>
                <a:gd name="T55" fmla="*/ 596 h 620"/>
                <a:gd name="T56" fmla="*/ 153 w 618"/>
                <a:gd name="T57" fmla="*/ 578 h 620"/>
                <a:gd name="T58" fmla="*/ 120 w 618"/>
                <a:gd name="T59" fmla="*/ 556 h 620"/>
                <a:gd name="T60" fmla="*/ 90 w 618"/>
                <a:gd name="T61" fmla="*/ 530 h 620"/>
                <a:gd name="T62" fmla="*/ 64 w 618"/>
                <a:gd name="T63" fmla="*/ 499 h 620"/>
                <a:gd name="T64" fmla="*/ 42 w 618"/>
                <a:gd name="T65" fmla="*/ 467 h 620"/>
                <a:gd name="T66" fmla="*/ 24 w 618"/>
                <a:gd name="T67" fmla="*/ 431 h 620"/>
                <a:gd name="T68" fmla="*/ 11 w 618"/>
                <a:gd name="T69" fmla="*/ 393 h 620"/>
                <a:gd name="T70" fmla="*/ 3 w 618"/>
                <a:gd name="T71" fmla="*/ 352 h 620"/>
                <a:gd name="T72" fmla="*/ 0 w 618"/>
                <a:gd name="T73" fmla="*/ 311 h 620"/>
                <a:gd name="T74" fmla="*/ 3 w 618"/>
                <a:gd name="T75" fmla="*/ 268 h 620"/>
                <a:gd name="T76" fmla="*/ 11 w 618"/>
                <a:gd name="T77" fmla="*/ 227 h 620"/>
                <a:gd name="T78" fmla="*/ 24 w 618"/>
                <a:gd name="T79" fmla="*/ 190 h 620"/>
                <a:gd name="T80" fmla="*/ 42 w 618"/>
                <a:gd name="T81" fmla="*/ 153 h 620"/>
                <a:gd name="T82" fmla="*/ 64 w 618"/>
                <a:gd name="T83" fmla="*/ 121 h 620"/>
                <a:gd name="T84" fmla="*/ 90 w 618"/>
                <a:gd name="T85" fmla="*/ 91 h 620"/>
                <a:gd name="T86" fmla="*/ 120 w 618"/>
                <a:gd name="T87" fmla="*/ 65 h 620"/>
                <a:gd name="T88" fmla="*/ 153 w 618"/>
                <a:gd name="T89" fmla="*/ 43 h 620"/>
                <a:gd name="T90" fmla="*/ 189 w 618"/>
                <a:gd name="T91" fmla="*/ 24 h 620"/>
                <a:gd name="T92" fmla="*/ 226 w 618"/>
                <a:gd name="T93" fmla="*/ 12 h 620"/>
                <a:gd name="T94" fmla="*/ 267 w 618"/>
                <a:gd name="T95" fmla="*/ 3 h 620"/>
                <a:gd name="T96" fmla="*/ 309 w 618"/>
                <a:gd name="T97" fmla="*/ 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18" h="620">
                  <a:moveTo>
                    <a:pt x="309" y="0"/>
                  </a:moveTo>
                  <a:lnTo>
                    <a:pt x="351" y="3"/>
                  </a:lnTo>
                  <a:lnTo>
                    <a:pt x="392" y="12"/>
                  </a:lnTo>
                  <a:lnTo>
                    <a:pt x="429" y="24"/>
                  </a:lnTo>
                  <a:lnTo>
                    <a:pt x="466" y="43"/>
                  </a:lnTo>
                  <a:lnTo>
                    <a:pt x="498" y="65"/>
                  </a:lnTo>
                  <a:lnTo>
                    <a:pt x="528" y="91"/>
                  </a:lnTo>
                  <a:lnTo>
                    <a:pt x="554" y="121"/>
                  </a:lnTo>
                  <a:lnTo>
                    <a:pt x="576" y="153"/>
                  </a:lnTo>
                  <a:lnTo>
                    <a:pt x="595" y="190"/>
                  </a:lnTo>
                  <a:lnTo>
                    <a:pt x="607" y="227"/>
                  </a:lnTo>
                  <a:lnTo>
                    <a:pt x="615" y="268"/>
                  </a:lnTo>
                  <a:lnTo>
                    <a:pt x="618" y="311"/>
                  </a:lnTo>
                  <a:lnTo>
                    <a:pt x="615" y="352"/>
                  </a:lnTo>
                  <a:lnTo>
                    <a:pt x="607" y="393"/>
                  </a:lnTo>
                  <a:lnTo>
                    <a:pt x="595" y="431"/>
                  </a:lnTo>
                  <a:lnTo>
                    <a:pt x="576" y="467"/>
                  </a:lnTo>
                  <a:lnTo>
                    <a:pt x="554" y="499"/>
                  </a:lnTo>
                  <a:lnTo>
                    <a:pt x="528" y="530"/>
                  </a:lnTo>
                  <a:lnTo>
                    <a:pt x="498" y="556"/>
                  </a:lnTo>
                  <a:lnTo>
                    <a:pt x="466" y="578"/>
                  </a:lnTo>
                  <a:lnTo>
                    <a:pt x="429" y="596"/>
                  </a:lnTo>
                  <a:lnTo>
                    <a:pt x="392" y="609"/>
                  </a:lnTo>
                  <a:lnTo>
                    <a:pt x="351" y="617"/>
                  </a:lnTo>
                  <a:lnTo>
                    <a:pt x="309" y="620"/>
                  </a:lnTo>
                  <a:lnTo>
                    <a:pt x="267" y="617"/>
                  </a:lnTo>
                  <a:lnTo>
                    <a:pt x="226" y="609"/>
                  </a:lnTo>
                  <a:lnTo>
                    <a:pt x="189" y="596"/>
                  </a:lnTo>
                  <a:lnTo>
                    <a:pt x="153" y="578"/>
                  </a:lnTo>
                  <a:lnTo>
                    <a:pt x="120" y="556"/>
                  </a:lnTo>
                  <a:lnTo>
                    <a:pt x="90" y="530"/>
                  </a:lnTo>
                  <a:lnTo>
                    <a:pt x="64" y="499"/>
                  </a:lnTo>
                  <a:lnTo>
                    <a:pt x="42" y="467"/>
                  </a:lnTo>
                  <a:lnTo>
                    <a:pt x="24" y="431"/>
                  </a:lnTo>
                  <a:lnTo>
                    <a:pt x="11" y="393"/>
                  </a:lnTo>
                  <a:lnTo>
                    <a:pt x="3" y="352"/>
                  </a:lnTo>
                  <a:lnTo>
                    <a:pt x="0" y="311"/>
                  </a:lnTo>
                  <a:lnTo>
                    <a:pt x="3" y="268"/>
                  </a:lnTo>
                  <a:lnTo>
                    <a:pt x="11" y="227"/>
                  </a:lnTo>
                  <a:lnTo>
                    <a:pt x="24" y="190"/>
                  </a:lnTo>
                  <a:lnTo>
                    <a:pt x="42" y="153"/>
                  </a:lnTo>
                  <a:lnTo>
                    <a:pt x="64" y="121"/>
                  </a:lnTo>
                  <a:lnTo>
                    <a:pt x="90" y="91"/>
                  </a:lnTo>
                  <a:lnTo>
                    <a:pt x="120" y="65"/>
                  </a:lnTo>
                  <a:lnTo>
                    <a:pt x="153" y="43"/>
                  </a:lnTo>
                  <a:lnTo>
                    <a:pt x="189" y="24"/>
                  </a:lnTo>
                  <a:lnTo>
                    <a:pt x="226" y="12"/>
                  </a:lnTo>
                  <a:lnTo>
                    <a:pt x="267" y="3"/>
                  </a:lnTo>
                  <a:lnTo>
                    <a:pt x="30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88" name="Freeform 244"/>
            <p:cNvSpPr>
              <a:spLocks/>
            </p:cNvSpPr>
            <p:nvPr/>
          </p:nvSpPr>
          <p:spPr bwMode="auto">
            <a:xfrm>
              <a:off x="2976563" y="3155950"/>
              <a:ext cx="180975" cy="61913"/>
            </a:xfrm>
            <a:custGeom>
              <a:avLst/>
              <a:gdLst>
                <a:gd name="T0" fmla="*/ 624 w 2742"/>
                <a:gd name="T1" fmla="*/ 4 h 946"/>
                <a:gd name="T2" fmla="*/ 666 w 2742"/>
                <a:gd name="T3" fmla="*/ 15 h 946"/>
                <a:gd name="T4" fmla="*/ 745 w 2742"/>
                <a:gd name="T5" fmla="*/ 34 h 946"/>
                <a:gd name="T6" fmla="*/ 848 w 2742"/>
                <a:gd name="T7" fmla="*/ 58 h 946"/>
                <a:gd name="T8" fmla="*/ 959 w 2742"/>
                <a:gd name="T9" fmla="*/ 85 h 946"/>
                <a:gd name="T10" fmla="*/ 1067 w 2742"/>
                <a:gd name="T11" fmla="*/ 111 h 946"/>
                <a:gd name="T12" fmla="*/ 1155 w 2742"/>
                <a:gd name="T13" fmla="*/ 132 h 946"/>
                <a:gd name="T14" fmla="*/ 1211 w 2742"/>
                <a:gd name="T15" fmla="*/ 145 h 946"/>
                <a:gd name="T16" fmla="*/ 1039 w 2742"/>
                <a:gd name="T17" fmla="*/ 54 h 946"/>
                <a:gd name="T18" fmla="*/ 1127 w 2742"/>
                <a:gd name="T19" fmla="*/ 18 h 946"/>
                <a:gd name="T20" fmla="*/ 1220 w 2742"/>
                <a:gd name="T21" fmla="*/ 23 h 946"/>
                <a:gd name="T22" fmla="*/ 1302 w 2742"/>
                <a:gd name="T23" fmla="*/ 69 h 946"/>
                <a:gd name="T24" fmla="*/ 1969 w 2742"/>
                <a:gd name="T25" fmla="*/ 449 h 946"/>
                <a:gd name="T26" fmla="*/ 2563 w 2742"/>
                <a:gd name="T27" fmla="*/ 85 h 946"/>
                <a:gd name="T28" fmla="*/ 2638 w 2742"/>
                <a:gd name="T29" fmla="*/ 89 h 946"/>
                <a:gd name="T30" fmla="*/ 2703 w 2742"/>
                <a:gd name="T31" fmla="*/ 131 h 946"/>
                <a:gd name="T32" fmla="*/ 2739 w 2742"/>
                <a:gd name="T33" fmla="*/ 201 h 946"/>
                <a:gd name="T34" fmla="*/ 2735 w 2742"/>
                <a:gd name="T35" fmla="*/ 276 h 946"/>
                <a:gd name="T36" fmla="*/ 2695 w 2742"/>
                <a:gd name="T37" fmla="*/ 342 h 946"/>
                <a:gd name="T38" fmla="*/ 2055 w 2742"/>
                <a:gd name="T39" fmla="*/ 744 h 946"/>
                <a:gd name="T40" fmla="*/ 1977 w 2742"/>
                <a:gd name="T41" fmla="*/ 754 h 946"/>
                <a:gd name="T42" fmla="*/ 1301 w 2742"/>
                <a:gd name="T43" fmla="*/ 798 h 946"/>
                <a:gd name="T44" fmla="*/ 1144 w 2742"/>
                <a:gd name="T45" fmla="*/ 759 h 946"/>
                <a:gd name="T46" fmla="*/ 972 w 2742"/>
                <a:gd name="T47" fmla="*/ 769 h 946"/>
                <a:gd name="T48" fmla="*/ 824 w 2742"/>
                <a:gd name="T49" fmla="*/ 826 h 946"/>
                <a:gd name="T50" fmla="*/ 701 w 2742"/>
                <a:gd name="T51" fmla="*/ 918 h 946"/>
                <a:gd name="T52" fmla="*/ 651 w 2742"/>
                <a:gd name="T53" fmla="*/ 944 h 946"/>
                <a:gd name="T54" fmla="*/ 596 w 2742"/>
                <a:gd name="T55" fmla="*/ 939 h 946"/>
                <a:gd name="T56" fmla="*/ 563 w 2742"/>
                <a:gd name="T57" fmla="*/ 916 h 946"/>
                <a:gd name="T58" fmla="*/ 441 w 2742"/>
                <a:gd name="T59" fmla="*/ 826 h 946"/>
                <a:gd name="T60" fmla="*/ 350 w 2742"/>
                <a:gd name="T61" fmla="*/ 784 h 946"/>
                <a:gd name="T62" fmla="*/ 350 w 2742"/>
                <a:gd name="T63" fmla="*/ 784 h 946"/>
                <a:gd name="T64" fmla="*/ 353 w 2742"/>
                <a:gd name="T65" fmla="*/ 782 h 946"/>
                <a:gd name="T66" fmla="*/ 361 w 2742"/>
                <a:gd name="T67" fmla="*/ 773 h 946"/>
                <a:gd name="T68" fmla="*/ 382 w 2742"/>
                <a:gd name="T69" fmla="*/ 755 h 946"/>
                <a:gd name="T70" fmla="*/ 419 w 2742"/>
                <a:gd name="T71" fmla="*/ 718 h 946"/>
                <a:gd name="T72" fmla="*/ 478 w 2742"/>
                <a:gd name="T73" fmla="*/ 661 h 946"/>
                <a:gd name="T74" fmla="*/ 566 w 2742"/>
                <a:gd name="T75" fmla="*/ 578 h 946"/>
                <a:gd name="T76" fmla="*/ 684 w 2742"/>
                <a:gd name="T77" fmla="*/ 463 h 946"/>
                <a:gd name="T78" fmla="*/ 253 w 2742"/>
                <a:gd name="T79" fmla="*/ 680 h 946"/>
                <a:gd name="T80" fmla="*/ 183 w 2742"/>
                <a:gd name="T81" fmla="*/ 717 h 946"/>
                <a:gd name="T82" fmla="*/ 107 w 2742"/>
                <a:gd name="T83" fmla="*/ 715 h 946"/>
                <a:gd name="T84" fmla="*/ 42 w 2742"/>
                <a:gd name="T85" fmla="*/ 674 h 946"/>
                <a:gd name="T86" fmla="*/ 4 w 2742"/>
                <a:gd name="T87" fmla="*/ 607 h 946"/>
                <a:gd name="T88" fmla="*/ 5 w 2742"/>
                <a:gd name="T89" fmla="*/ 531 h 946"/>
                <a:gd name="T90" fmla="*/ 46 w 2742"/>
                <a:gd name="T91" fmla="*/ 463 h 946"/>
                <a:gd name="T92" fmla="*/ 87 w 2742"/>
                <a:gd name="T93" fmla="*/ 424 h 946"/>
                <a:gd name="T94" fmla="*/ 154 w 2742"/>
                <a:gd name="T95" fmla="*/ 360 h 946"/>
                <a:gd name="T96" fmla="*/ 237 w 2742"/>
                <a:gd name="T97" fmla="*/ 281 h 946"/>
                <a:gd name="T98" fmla="*/ 323 w 2742"/>
                <a:gd name="T99" fmla="*/ 197 h 946"/>
                <a:gd name="T100" fmla="*/ 401 w 2742"/>
                <a:gd name="T101" fmla="*/ 122 h 946"/>
                <a:gd name="T102" fmla="*/ 462 w 2742"/>
                <a:gd name="T103" fmla="*/ 65 h 946"/>
                <a:gd name="T104" fmla="*/ 486 w 2742"/>
                <a:gd name="T105" fmla="*/ 42 h 946"/>
                <a:gd name="T106" fmla="*/ 549 w 2742"/>
                <a:gd name="T107" fmla="*/ 6 h 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42" h="946">
                  <a:moveTo>
                    <a:pt x="597" y="0"/>
                  </a:moveTo>
                  <a:lnTo>
                    <a:pt x="621" y="4"/>
                  </a:lnTo>
                  <a:lnTo>
                    <a:pt x="624" y="4"/>
                  </a:lnTo>
                  <a:lnTo>
                    <a:pt x="633" y="7"/>
                  </a:lnTo>
                  <a:lnTo>
                    <a:pt x="647" y="10"/>
                  </a:lnTo>
                  <a:lnTo>
                    <a:pt x="666" y="15"/>
                  </a:lnTo>
                  <a:lnTo>
                    <a:pt x="688" y="20"/>
                  </a:lnTo>
                  <a:lnTo>
                    <a:pt x="716" y="26"/>
                  </a:lnTo>
                  <a:lnTo>
                    <a:pt x="745" y="34"/>
                  </a:lnTo>
                  <a:lnTo>
                    <a:pt x="777" y="41"/>
                  </a:lnTo>
                  <a:lnTo>
                    <a:pt x="811" y="49"/>
                  </a:lnTo>
                  <a:lnTo>
                    <a:pt x="848" y="58"/>
                  </a:lnTo>
                  <a:lnTo>
                    <a:pt x="884" y="67"/>
                  </a:lnTo>
                  <a:lnTo>
                    <a:pt x="921" y="75"/>
                  </a:lnTo>
                  <a:lnTo>
                    <a:pt x="959" y="85"/>
                  </a:lnTo>
                  <a:lnTo>
                    <a:pt x="996" y="94"/>
                  </a:lnTo>
                  <a:lnTo>
                    <a:pt x="1033" y="102"/>
                  </a:lnTo>
                  <a:lnTo>
                    <a:pt x="1067" y="111"/>
                  </a:lnTo>
                  <a:lnTo>
                    <a:pt x="1099" y="118"/>
                  </a:lnTo>
                  <a:lnTo>
                    <a:pt x="1128" y="125"/>
                  </a:lnTo>
                  <a:lnTo>
                    <a:pt x="1155" y="132"/>
                  </a:lnTo>
                  <a:lnTo>
                    <a:pt x="1178" y="137"/>
                  </a:lnTo>
                  <a:lnTo>
                    <a:pt x="1197" y="141"/>
                  </a:lnTo>
                  <a:lnTo>
                    <a:pt x="1211" y="145"/>
                  </a:lnTo>
                  <a:lnTo>
                    <a:pt x="1220" y="147"/>
                  </a:lnTo>
                  <a:lnTo>
                    <a:pt x="1222" y="147"/>
                  </a:lnTo>
                  <a:lnTo>
                    <a:pt x="1039" y="54"/>
                  </a:lnTo>
                  <a:lnTo>
                    <a:pt x="1067" y="38"/>
                  </a:lnTo>
                  <a:lnTo>
                    <a:pt x="1097" y="25"/>
                  </a:lnTo>
                  <a:lnTo>
                    <a:pt x="1127" y="18"/>
                  </a:lnTo>
                  <a:lnTo>
                    <a:pt x="1159" y="15"/>
                  </a:lnTo>
                  <a:lnTo>
                    <a:pt x="1190" y="17"/>
                  </a:lnTo>
                  <a:lnTo>
                    <a:pt x="1220" y="23"/>
                  </a:lnTo>
                  <a:lnTo>
                    <a:pt x="1249" y="34"/>
                  </a:lnTo>
                  <a:lnTo>
                    <a:pt x="1277" y="49"/>
                  </a:lnTo>
                  <a:lnTo>
                    <a:pt x="1302" y="69"/>
                  </a:lnTo>
                  <a:lnTo>
                    <a:pt x="1325" y="93"/>
                  </a:lnTo>
                  <a:lnTo>
                    <a:pt x="1558" y="383"/>
                  </a:lnTo>
                  <a:lnTo>
                    <a:pt x="1969" y="449"/>
                  </a:lnTo>
                  <a:lnTo>
                    <a:pt x="2514" y="104"/>
                  </a:lnTo>
                  <a:lnTo>
                    <a:pt x="2538" y="93"/>
                  </a:lnTo>
                  <a:lnTo>
                    <a:pt x="2563" y="85"/>
                  </a:lnTo>
                  <a:lnTo>
                    <a:pt x="2589" y="82"/>
                  </a:lnTo>
                  <a:lnTo>
                    <a:pt x="2614" y="84"/>
                  </a:lnTo>
                  <a:lnTo>
                    <a:pt x="2638" y="89"/>
                  </a:lnTo>
                  <a:lnTo>
                    <a:pt x="2662" y="99"/>
                  </a:lnTo>
                  <a:lnTo>
                    <a:pt x="2684" y="113"/>
                  </a:lnTo>
                  <a:lnTo>
                    <a:pt x="2703" y="131"/>
                  </a:lnTo>
                  <a:lnTo>
                    <a:pt x="2720" y="151"/>
                  </a:lnTo>
                  <a:lnTo>
                    <a:pt x="2732" y="175"/>
                  </a:lnTo>
                  <a:lnTo>
                    <a:pt x="2739" y="201"/>
                  </a:lnTo>
                  <a:lnTo>
                    <a:pt x="2742" y="226"/>
                  </a:lnTo>
                  <a:lnTo>
                    <a:pt x="2741" y="252"/>
                  </a:lnTo>
                  <a:lnTo>
                    <a:pt x="2735" y="276"/>
                  </a:lnTo>
                  <a:lnTo>
                    <a:pt x="2726" y="300"/>
                  </a:lnTo>
                  <a:lnTo>
                    <a:pt x="2712" y="322"/>
                  </a:lnTo>
                  <a:lnTo>
                    <a:pt x="2695" y="342"/>
                  </a:lnTo>
                  <a:lnTo>
                    <a:pt x="2673" y="358"/>
                  </a:lnTo>
                  <a:lnTo>
                    <a:pt x="2080" y="732"/>
                  </a:lnTo>
                  <a:lnTo>
                    <a:pt x="2055" y="744"/>
                  </a:lnTo>
                  <a:lnTo>
                    <a:pt x="2030" y="753"/>
                  </a:lnTo>
                  <a:lnTo>
                    <a:pt x="2003" y="755"/>
                  </a:lnTo>
                  <a:lnTo>
                    <a:pt x="1977" y="754"/>
                  </a:lnTo>
                  <a:lnTo>
                    <a:pt x="1524" y="681"/>
                  </a:lnTo>
                  <a:lnTo>
                    <a:pt x="1349" y="821"/>
                  </a:lnTo>
                  <a:lnTo>
                    <a:pt x="1301" y="798"/>
                  </a:lnTo>
                  <a:lnTo>
                    <a:pt x="1250" y="781"/>
                  </a:lnTo>
                  <a:lnTo>
                    <a:pt x="1198" y="767"/>
                  </a:lnTo>
                  <a:lnTo>
                    <a:pt x="1144" y="759"/>
                  </a:lnTo>
                  <a:lnTo>
                    <a:pt x="1090" y="757"/>
                  </a:lnTo>
                  <a:lnTo>
                    <a:pt x="1031" y="760"/>
                  </a:lnTo>
                  <a:lnTo>
                    <a:pt x="972" y="769"/>
                  </a:lnTo>
                  <a:lnTo>
                    <a:pt x="916" y="785"/>
                  </a:lnTo>
                  <a:lnTo>
                    <a:pt x="869" y="803"/>
                  </a:lnTo>
                  <a:lnTo>
                    <a:pt x="824" y="826"/>
                  </a:lnTo>
                  <a:lnTo>
                    <a:pt x="780" y="852"/>
                  </a:lnTo>
                  <a:lnTo>
                    <a:pt x="739" y="883"/>
                  </a:lnTo>
                  <a:lnTo>
                    <a:pt x="701" y="918"/>
                  </a:lnTo>
                  <a:lnTo>
                    <a:pt x="686" y="930"/>
                  </a:lnTo>
                  <a:lnTo>
                    <a:pt x="670" y="939"/>
                  </a:lnTo>
                  <a:lnTo>
                    <a:pt x="651" y="944"/>
                  </a:lnTo>
                  <a:lnTo>
                    <a:pt x="632" y="946"/>
                  </a:lnTo>
                  <a:lnTo>
                    <a:pt x="614" y="944"/>
                  </a:lnTo>
                  <a:lnTo>
                    <a:pt x="596" y="939"/>
                  </a:lnTo>
                  <a:lnTo>
                    <a:pt x="579" y="930"/>
                  </a:lnTo>
                  <a:lnTo>
                    <a:pt x="565" y="918"/>
                  </a:lnTo>
                  <a:lnTo>
                    <a:pt x="563" y="916"/>
                  </a:lnTo>
                  <a:lnTo>
                    <a:pt x="525" y="882"/>
                  </a:lnTo>
                  <a:lnTo>
                    <a:pt x="485" y="852"/>
                  </a:lnTo>
                  <a:lnTo>
                    <a:pt x="441" y="826"/>
                  </a:lnTo>
                  <a:lnTo>
                    <a:pt x="396" y="803"/>
                  </a:lnTo>
                  <a:lnTo>
                    <a:pt x="349" y="785"/>
                  </a:lnTo>
                  <a:lnTo>
                    <a:pt x="350" y="784"/>
                  </a:lnTo>
                  <a:lnTo>
                    <a:pt x="350" y="784"/>
                  </a:lnTo>
                  <a:lnTo>
                    <a:pt x="350" y="784"/>
                  </a:lnTo>
                  <a:lnTo>
                    <a:pt x="350" y="784"/>
                  </a:lnTo>
                  <a:lnTo>
                    <a:pt x="350" y="784"/>
                  </a:lnTo>
                  <a:lnTo>
                    <a:pt x="352" y="783"/>
                  </a:lnTo>
                  <a:lnTo>
                    <a:pt x="353" y="782"/>
                  </a:lnTo>
                  <a:lnTo>
                    <a:pt x="355" y="781"/>
                  </a:lnTo>
                  <a:lnTo>
                    <a:pt x="357" y="778"/>
                  </a:lnTo>
                  <a:lnTo>
                    <a:pt x="361" y="773"/>
                  </a:lnTo>
                  <a:lnTo>
                    <a:pt x="366" y="769"/>
                  </a:lnTo>
                  <a:lnTo>
                    <a:pt x="373" y="762"/>
                  </a:lnTo>
                  <a:lnTo>
                    <a:pt x="382" y="755"/>
                  </a:lnTo>
                  <a:lnTo>
                    <a:pt x="392" y="744"/>
                  </a:lnTo>
                  <a:lnTo>
                    <a:pt x="405" y="733"/>
                  </a:lnTo>
                  <a:lnTo>
                    <a:pt x="419" y="718"/>
                  </a:lnTo>
                  <a:lnTo>
                    <a:pt x="436" y="702"/>
                  </a:lnTo>
                  <a:lnTo>
                    <a:pt x="456" y="683"/>
                  </a:lnTo>
                  <a:lnTo>
                    <a:pt x="478" y="661"/>
                  </a:lnTo>
                  <a:lnTo>
                    <a:pt x="504" y="636"/>
                  </a:lnTo>
                  <a:lnTo>
                    <a:pt x="534" y="609"/>
                  </a:lnTo>
                  <a:lnTo>
                    <a:pt x="566" y="578"/>
                  </a:lnTo>
                  <a:lnTo>
                    <a:pt x="601" y="543"/>
                  </a:lnTo>
                  <a:lnTo>
                    <a:pt x="641" y="505"/>
                  </a:lnTo>
                  <a:lnTo>
                    <a:pt x="684" y="463"/>
                  </a:lnTo>
                  <a:lnTo>
                    <a:pt x="1179" y="446"/>
                  </a:lnTo>
                  <a:lnTo>
                    <a:pt x="625" y="321"/>
                  </a:lnTo>
                  <a:lnTo>
                    <a:pt x="253" y="680"/>
                  </a:lnTo>
                  <a:lnTo>
                    <a:pt x="231" y="696"/>
                  </a:lnTo>
                  <a:lnTo>
                    <a:pt x="208" y="709"/>
                  </a:lnTo>
                  <a:lnTo>
                    <a:pt x="183" y="717"/>
                  </a:lnTo>
                  <a:lnTo>
                    <a:pt x="158" y="720"/>
                  </a:lnTo>
                  <a:lnTo>
                    <a:pt x="132" y="720"/>
                  </a:lnTo>
                  <a:lnTo>
                    <a:pt x="107" y="715"/>
                  </a:lnTo>
                  <a:lnTo>
                    <a:pt x="83" y="706"/>
                  </a:lnTo>
                  <a:lnTo>
                    <a:pt x="61" y="692"/>
                  </a:lnTo>
                  <a:lnTo>
                    <a:pt x="42" y="674"/>
                  </a:lnTo>
                  <a:lnTo>
                    <a:pt x="25" y="654"/>
                  </a:lnTo>
                  <a:lnTo>
                    <a:pt x="12" y="631"/>
                  </a:lnTo>
                  <a:lnTo>
                    <a:pt x="4" y="607"/>
                  </a:lnTo>
                  <a:lnTo>
                    <a:pt x="0" y="581"/>
                  </a:lnTo>
                  <a:lnTo>
                    <a:pt x="1" y="556"/>
                  </a:lnTo>
                  <a:lnTo>
                    <a:pt x="5" y="531"/>
                  </a:lnTo>
                  <a:lnTo>
                    <a:pt x="15" y="507"/>
                  </a:lnTo>
                  <a:lnTo>
                    <a:pt x="28" y="484"/>
                  </a:lnTo>
                  <a:lnTo>
                    <a:pt x="46" y="463"/>
                  </a:lnTo>
                  <a:lnTo>
                    <a:pt x="56" y="454"/>
                  </a:lnTo>
                  <a:lnTo>
                    <a:pt x="70" y="440"/>
                  </a:lnTo>
                  <a:lnTo>
                    <a:pt x="87" y="424"/>
                  </a:lnTo>
                  <a:lnTo>
                    <a:pt x="107" y="405"/>
                  </a:lnTo>
                  <a:lnTo>
                    <a:pt x="130" y="383"/>
                  </a:lnTo>
                  <a:lnTo>
                    <a:pt x="154" y="360"/>
                  </a:lnTo>
                  <a:lnTo>
                    <a:pt x="181" y="334"/>
                  </a:lnTo>
                  <a:lnTo>
                    <a:pt x="208" y="308"/>
                  </a:lnTo>
                  <a:lnTo>
                    <a:pt x="237" y="281"/>
                  </a:lnTo>
                  <a:lnTo>
                    <a:pt x="265" y="252"/>
                  </a:lnTo>
                  <a:lnTo>
                    <a:pt x="294" y="225"/>
                  </a:lnTo>
                  <a:lnTo>
                    <a:pt x="323" y="197"/>
                  </a:lnTo>
                  <a:lnTo>
                    <a:pt x="350" y="171"/>
                  </a:lnTo>
                  <a:lnTo>
                    <a:pt x="376" y="146"/>
                  </a:lnTo>
                  <a:lnTo>
                    <a:pt x="401" y="122"/>
                  </a:lnTo>
                  <a:lnTo>
                    <a:pt x="424" y="100"/>
                  </a:lnTo>
                  <a:lnTo>
                    <a:pt x="444" y="82"/>
                  </a:lnTo>
                  <a:lnTo>
                    <a:pt x="462" y="65"/>
                  </a:lnTo>
                  <a:lnTo>
                    <a:pt x="475" y="51"/>
                  </a:lnTo>
                  <a:lnTo>
                    <a:pt x="486" y="42"/>
                  </a:lnTo>
                  <a:lnTo>
                    <a:pt x="486" y="42"/>
                  </a:lnTo>
                  <a:lnTo>
                    <a:pt x="504" y="26"/>
                  </a:lnTo>
                  <a:lnTo>
                    <a:pt x="526" y="14"/>
                  </a:lnTo>
                  <a:lnTo>
                    <a:pt x="549" y="6"/>
                  </a:lnTo>
                  <a:lnTo>
                    <a:pt x="573" y="1"/>
                  </a:lnTo>
                  <a:lnTo>
                    <a:pt x="5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89" name="Freeform 245"/>
            <p:cNvSpPr>
              <a:spLocks/>
            </p:cNvSpPr>
            <p:nvPr/>
          </p:nvSpPr>
          <p:spPr bwMode="auto">
            <a:xfrm>
              <a:off x="2935288" y="3213100"/>
              <a:ext cx="227012" cy="26988"/>
            </a:xfrm>
            <a:custGeom>
              <a:avLst/>
              <a:gdLst>
                <a:gd name="T0" fmla="*/ 2773 w 3428"/>
                <a:gd name="T1" fmla="*/ 24 h 417"/>
                <a:gd name="T2" fmla="*/ 2937 w 3428"/>
                <a:gd name="T3" fmla="*/ 128 h 417"/>
                <a:gd name="T4" fmla="*/ 3052 w 3428"/>
                <a:gd name="T5" fmla="*/ 187 h 417"/>
                <a:gd name="T6" fmla="*/ 3180 w 3428"/>
                <a:gd name="T7" fmla="*/ 167 h 417"/>
                <a:gd name="T8" fmla="*/ 3271 w 3428"/>
                <a:gd name="T9" fmla="*/ 103 h 417"/>
                <a:gd name="T10" fmla="*/ 3357 w 3428"/>
                <a:gd name="T11" fmla="*/ 103 h 417"/>
                <a:gd name="T12" fmla="*/ 3420 w 3428"/>
                <a:gd name="T13" fmla="*/ 166 h 417"/>
                <a:gd name="T14" fmla="*/ 3420 w 3428"/>
                <a:gd name="T15" fmla="*/ 251 h 417"/>
                <a:gd name="T16" fmla="*/ 3321 w 3428"/>
                <a:gd name="T17" fmla="*/ 348 h 417"/>
                <a:gd name="T18" fmla="*/ 3152 w 3428"/>
                <a:gd name="T19" fmla="*/ 412 h 417"/>
                <a:gd name="T20" fmla="*/ 2974 w 3428"/>
                <a:gd name="T21" fmla="*/ 402 h 417"/>
                <a:gd name="T22" fmla="*/ 2812 w 3428"/>
                <a:gd name="T23" fmla="*/ 321 h 417"/>
                <a:gd name="T24" fmla="*/ 2694 w 3428"/>
                <a:gd name="T25" fmla="*/ 238 h 417"/>
                <a:gd name="T26" fmla="*/ 2564 w 3428"/>
                <a:gd name="T27" fmla="*/ 238 h 417"/>
                <a:gd name="T28" fmla="*/ 2444 w 3428"/>
                <a:gd name="T29" fmla="*/ 321 h 417"/>
                <a:gd name="T30" fmla="*/ 2282 w 3428"/>
                <a:gd name="T31" fmla="*/ 402 h 417"/>
                <a:gd name="T32" fmla="*/ 2104 w 3428"/>
                <a:gd name="T33" fmla="*/ 412 h 417"/>
                <a:gd name="T34" fmla="*/ 1935 w 3428"/>
                <a:gd name="T35" fmla="*/ 348 h 417"/>
                <a:gd name="T36" fmla="*/ 1809 w 3428"/>
                <a:gd name="T37" fmla="*/ 250 h 417"/>
                <a:gd name="T38" fmla="*/ 1681 w 3428"/>
                <a:gd name="T39" fmla="*/ 230 h 417"/>
                <a:gd name="T40" fmla="*/ 1565 w 3428"/>
                <a:gd name="T41" fmla="*/ 289 h 417"/>
                <a:gd name="T42" fmla="*/ 1401 w 3428"/>
                <a:gd name="T43" fmla="*/ 393 h 417"/>
                <a:gd name="T44" fmla="*/ 1207 w 3428"/>
                <a:gd name="T45" fmla="*/ 414 h 417"/>
                <a:gd name="T46" fmla="*/ 1024 w 3428"/>
                <a:gd name="T47" fmla="*/ 350 h 417"/>
                <a:gd name="T48" fmla="*/ 894 w 3428"/>
                <a:gd name="T49" fmla="*/ 250 h 417"/>
                <a:gd name="T50" fmla="*/ 766 w 3428"/>
                <a:gd name="T51" fmla="*/ 230 h 417"/>
                <a:gd name="T52" fmla="*/ 651 w 3428"/>
                <a:gd name="T53" fmla="*/ 289 h 417"/>
                <a:gd name="T54" fmla="*/ 496 w 3428"/>
                <a:gd name="T55" fmla="*/ 389 h 417"/>
                <a:gd name="T56" fmla="*/ 319 w 3428"/>
                <a:gd name="T57" fmla="*/ 416 h 417"/>
                <a:gd name="T58" fmla="*/ 147 w 3428"/>
                <a:gd name="T59" fmla="*/ 371 h 417"/>
                <a:gd name="T60" fmla="*/ 19 w 3428"/>
                <a:gd name="T61" fmla="*/ 271 h 417"/>
                <a:gd name="T62" fmla="*/ 0 w 3428"/>
                <a:gd name="T63" fmla="*/ 209 h 417"/>
                <a:gd name="T64" fmla="*/ 33 w 3428"/>
                <a:gd name="T65" fmla="*/ 128 h 417"/>
                <a:gd name="T66" fmla="*/ 113 w 3428"/>
                <a:gd name="T67" fmla="*/ 95 h 417"/>
                <a:gd name="T68" fmla="*/ 193 w 3428"/>
                <a:gd name="T69" fmla="*/ 128 h 417"/>
                <a:gd name="T70" fmla="*/ 309 w 3428"/>
                <a:gd name="T71" fmla="*/ 187 h 417"/>
                <a:gd name="T72" fmla="*/ 437 w 3428"/>
                <a:gd name="T73" fmla="*/ 167 h 417"/>
                <a:gd name="T74" fmla="*/ 564 w 3428"/>
                <a:gd name="T75" fmla="*/ 69 h 417"/>
                <a:gd name="T76" fmla="*/ 732 w 3428"/>
                <a:gd name="T77" fmla="*/ 6 h 417"/>
                <a:gd name="T78" fmla="*/ 910 w 3428"/>
                <a:gd name="T79" fmla="*/ 15 h 417"/>
                <a:gd name="T80" fmla="*/ 1072 w 3428"/>
                <a:gd name="T81" fmla="*/ 96 h 417"/>
                <a:gd name="T82" fmla="*/ 1192 w 3428"/>
                <a:gd name="T83" fmla="*/ 180 h 417"/>
                <a:gd name="T84" fmla="*/ 1322 w 3428"/>
                <a:gd name="T85" fmla="*/ 180 h 417"/>
                <a:gd name="T86" fmla="*/ 1440 w 3428"/>
                <a:gd name="T87" fmla="*/ 96 h 417"/>
                <a:gd name="T88" fmla="*/ 1603 w 3428"/>
                <a:gd name="T89" fmla="*/ 15 h 417"/>
                <a:gd name="T90" fmla="*/ 1780 w 3428"/>
                <a:gd name="T91" fmla="*/ 6 h 417"/>
                <a:gd name="T92" fmla="*/ 1949 w 3428"/>
                <a:gd name="T93" fmla="*/ 69 h 417"/>
                <a:gd name="T94" fmla="*/ 2076 w 3428"/>
                <a:gd name="T95" fmla="*/ 167 h 417"/>
                <a:gd name="T96" fmla="*/ 2204 w 3428"/>
                <a:gd name="T97" fmla="*/ 187 h 417"/>
                <a:gd name="T98" fmla="*/ 2319 w 3428"/>
                <a:gd name="T99" fmla="*/ 128 h 417"/>
                <a:gd name="T100" fmla="*/ 2484 w 3428"/>
                <a:gd name="T101" fmla="*/ 24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28" h="417">
                  <a:moveTo>
                    <a:pt x="2628" y="0"/>
                  </a:moveTo>
                  <a:lnTo>
                    <a:pt x="2678" y="2"/>
                  </a:lnTo>
                  <a:lnTo>
                    <a:pt x="2726" y="11"/>
                  </a:lnTo>
                  <a:lnTo>
                    <a:pt x="2773" y="24"/>
                  </a:lnTo>
                  <a:lnTo>
                    <a:pt x="2817" y="43"/>
                  </a:lnTo>
                  <a:lnTo>
                    <a:pt x="2860" y="67"/>
                  </a:lnTo>
                  <a:lnTo>
                    <a:pt x="2900" y="95"/>
                  </a:lnTo>
                  <a:lnTo>
                    <a:pt x="2937" y="128"/>
                  </a:lnTo>
                  <a:lnTo>
                    <a:pt x="2962" y="150"/>
                  </a:lnTo>
                  <a:lnTo>
                    <a:pt x="2990" y="167"/>
                  </a:lnTo>
                  <a:lnTo>
                    <a:pt x="3020" y="180"/>
                  </a:lnTo>
                  <a:lnTo>
                    <a:pt x="3052" y="187"/>
                  </a:lnTo>
                  <a:lnTo>
                    <a:pt x="3086" y="190"/>
                  </a:lnTo>
                  <a:lnTo>
                    <a:pt x="3119" y="187"/>
                  </a:lnTo>
                  <a:lnTo>
                    <a:pt x="3150" y="180"/>
                  </a:lnTo>
                  <a:lnTo>
                    <a:pt x="3180" y="167"/>
                  </a:lnTo>
                  <a:lnTo>
                    <a:pt x="3208" y="150"/>
                  </a:lnTo>
                  <a:lnTo>
                    <a:pt x="3233" y="128"/>
                  </a:lnTo>
                  <a:lnTo>
                    <a:pt x="3251" y="114"/>
                  </a:lnTo>
                  <a:lnTo>
                    <a:pt x="3271" y="103"/>
                  </a:lnTo>
                  <a:lnTo>
                    <a:pt x="3293" y="97"/>
                  </a:lnTo>
                  <a:lnTo>
                    <a:pt x="3313" y="95"/>
                  </a:lnTo>
                  <a:lnTo>
                    <a:pt x="3335" y="97"/>
                  </a:lnTo>
                  <a:lnTo>
                    <a:pt x="3357" y="103"/>
                  </a:lnTo>
                  <a:lnTo>
                    <a:pt x="3376" y="114"/>
                  </a:lnTo>
                  <a:lnTo>
                    <a:pt x="3395" y="128"/>
                  </a:lnTo>
                  <a:lnTo>
                    <a:pt x="3409" y="146"/>
                  </a:lnTo>
                  <a:lnTo>
                    <a:pt x="3420" y="166"/>
                  </a:lnTo>
                  <a:lnTo>
                    <a:pt x="3426" y="187"/>
                  </a:lnTo>
                  <a:lnTo>
                    <a:pt x="3428" y="209"/>
                  </a:lnTo>
                  <a:lnTo>
                    <a:pt x="3426" y="231"/>
                  </a:lnTo>
                  <a:lnTo>
                    <a:pt x="3420" y="251"/>
                  </a:lnTo>
                  <a:lnTo>
                    <a:pt x="3409" y="271"/>
                  </a:lnTo>
                  <a:lnTo>
                    <a:pt x="3395" y="289"/>
                  </a:lnTo>
                  <a:lnTo>
                    <a:pt x="3359" y="321"/>
                  </a:lnTo>
                  <a:lnTo>
                    <a:pt x="3321" y="348"/>
                  </a:lnTo>
                  <a:lnTo>
                    <a:pt x="3281" y="371"/>
                  </a:lnTo>
                  <a:lnTo>
                    <a:pt x="3240" y="389"/>
                  </a:lnTo>
                  <a:lnTo>
                    <a:pt x="3196" y="402"/>
                  </a:lnTo>
                  <a:lnTo>
                    <a:pt x="3152" y="412"/>
                  </a:lnTo>
                  <a:lnTo>
                    <a:pt x="3108" y="416"/>
                  </a:lnTo>
                  <a:lnTo>
                    <a:pt x="3063" y="416"/>
                  </a:lnTo>
                  <a:lnTo>
                    <a:pt x="3018" y="412"/>
                  </a:lnTo>
                  <a:lnTo>
                    <a:pt x="2974" y="402"/>
                  </a:lnTo>
                  <a:lnTo>
                    <a:pt x="2932" y="389"/>
                  </a:lnTo>
                  <a:lnTo>
                    <a:pt x="2890" y="371"/>
                  </a:lnTo>
                  <a:lnTo>
                    <a:pt x="2850" y="348"/>
                  </a:lnTo>
                  <a:lnTo>
                    <a:pt x="2812" y="321"/>
                  </a:lnTo>
                  <a:lnTo>
                    <a:pt x="2777" y="289"/>
                  </a:lnTo>
                  <a:lnTo>
                    <a:pt x="2751" y="267"/>
                  </a:lnTo>
                  <a:lnTo>
                    <a:pt x="2724" y="250"/>
                  </a:lnTo>
                  <a:lnTo>
                    <a:pt x="2694" y="238"/>
                  </a:lnTo>
                  <a:lnTo>
                    <a:pt x="2661" y="230"/>
                  </a:lnTo>
                  <a:lnTo>
                    <a:pt x="2628" y="227"/>
                  </a:lnTo>
                  <a:lnTo>
                    <a:pt x="2595" y="230"/>
                  </a:lnTo>
                  <a:lnTo>
                    <a:pt x="2564" y="238"/>
                  </a:lnTo>
                  <a:lnTo>
                    <a:pt x="2533" y="250"/>
                  </a:lnTo>
                  <a:lnTo>
                    <a:pt x="2505" y="267"/>
                  </a:lnTo>
                  <a:lnTo>
                    <a:pt x="2479" y="289"/>
                  </a:lnTo>
                  <a:lnTo>
                    <a:pt x="2444" y="321"/>
                  </a:lnTo>
                  <a:lnTo>
                    <a:pt x="2407" y="348"/>
                  </a:lnTo>
                  <a:lnTo>
                    <a:pt x="2366" y="371"/>
                  </a:lnTo>
                  <a:lnTo>
                    <a:pt x="2324" y="389"/>
                  </a:lnTo>
                  <a:lnTo>
                    <a:pt x="2282" y="402"/>
                  </a:lnTo>
                  <a:lnTo>
                    <a:pt x="2238" y="412"/>
                  </a:lnTo>
                  <a:lnTo>
                    <a:pt x="2193" y="416"/>
                  </a:lnTo>
                  <a:lnTo>
                    <a:pt x="2149" y="416"/>
                  </a:lnTo>
                  <a:lnTo>
                    <a:pt x="2104" y="412"/>
                  </a:lnTo>
                  <a:lnTo>
                    <a:pt x="2060" y="402"/>
                  </a:lnTo>
                  <a:lnTo>
                    <a:pt x="2017" y="389"/>
                  </a:lnTo>
                  <a:lnTo>
                    <a:pt x="1975" y="371"/>
                  </a:lnTo>
                  <a:lnTo>
                    <a:pt x="1935" y="348"/>
                  </a:lnTo>
                  <a:lnTo>
                    <a:pt x="1898" y="321"/>
                  </a:lnTo>
                  <a:lnTo>
                    <a:pt x="1862" y="289"/>
                  </a:lnTo>
                  <a:lnTo>
                    <a:pt x="1837" y="267"/>
                  </a:lnTo>
                  <a:lnTo>
                    <a:pt x="1809" y="250"/>
                  </a:lnTo>
                  <a:lnTo>
                    <a:pt x="1778" y="238"/>
                  </a:lnTo>
                  <a:lnTo>
                    <a:pt x="1747" y="230"/>
                  </a:lnTo>
                  <a:lnTo>
                    <a:pt x="1714" y="227"/>
                  </a:lnTo>
                  <a:lnTo>
                    <a:pt x="1681" y="230"/>
                  </a:lnTo>
                  <a:lnTo>
                    <a:pt x="1648" y="238"/>
                  </a:lnTo>
                  <a:lnTo>
                    <a:pt x="1618" y="250"/>
                  </a:lnTo>
                  <a:lnTo>
                    <a:pt x="1590" y="267"/>
                  </a:lnTo>
                  <a:lnTo>
                    <a:pt x="1565" y="289"/>
                  </a:lnTo>
                  <a:lnTo>
                    <a:pt x="1529" y="322"/>
                  </a:lnTo>
                  <a:lnTo>
                    <a:pt x="1488" y="350"/>
                  </a:lnTo>
                  <a:lnTo>
                    <a:pt x="1446" y="374"/>
                  </a:lnTo>
                  <a:lnTo>
                    <a:pt x="1401" y="393"/>
                  </a:lnTo>
                  <a:lnTo>
                    <a:pt x="1354" y="407"/>
                  </a:lnTo>
                  <a:lnTo>
                    <a:pt x="1306" y="414"/>
                  </a:lnTo>
                  <a:lnTo>
                    <a:pt x="1256" y="417"/>
                  </a:lnTo>
                  <a:lnTo>
                    <a:pt x="1207" y="414"/>
                  </a:lnTo>
                  <a:lnTo>
                    <a:pt x="1159" y="407"/>
                  </a:lnTo>
                  <a:lnTo>
                    <a:pt x="1112" y="393"/>
                  </a:lnTo>
                  <a:lnTo>
                    <a:pt x="1067" y="374"/>
                  </a:lnTo>
                  <a:lnTo>
                    <a:pt x="1024" y="350"/>
                  </a:lnTo>
                  <a:lnTo>
                    <a:pt x="985" y="322"/>
                  </a:lnTo>
                  <a:lnTo>
                    <a:pt x="947" y="289"/>
                  </a:lnTo>
                  <a:lnTo>
                    <a:pt x="922" y="267"/>
                  </a:lnTo>
                  <a:lnTo>
                    <a:pt x="894" y="250"/>
                  </a:lnTo>
                  <a:lnTo>
                    <a:pt x="864" y="238"/>
                  </a:lnTo>
                  <a:lnTo>
                    <a:pt x="832" y="230"/>
                  </a:lnTo>
                  <a:lnTo>
                    <a:pt x="800" y="227"/>
                  </a:lnTo>
                  <a:lnTo>
                    <a:pt x="766" y="230"/>
                  </a:lnTo>
                  <a:lnTo>
                    <a:pt x="734" y="238"/>
                  </a:lnTo>
                  <a:lnTo>
                    <a:pt x="704" y="250"/>
                  </a:lnTo>
                  <a:lnTo>
                    <a:pt x="676" y="267"/>
                  </a:lnTo>
                  <a:lnTo>
                    <a:pt x="651" y="289"/>
                  </a:lnTo>
                  <a:lnTo>
                    <a:pt x="616" y="321"/>
                  </a:lnTo>
                  <a:lnTo>
                    <a:pt x="577" y="348"/>
                  </a:lnTo>
                  <a:lnTo>
                    <a:pt x="538" y="371"/>
                  </a:lnTo>
                  <a:lnTo>
                    <a:pt x="496" y="389"/>
                  </a:lnTo>
                  <a:lnTo>
                    <a:pt x="453" y="402"/>
                  </a:lnTo>
                  <a:lnTo>
                    <a:pt x="409" y="412"/>
                  </a:lnTo>
                  <a:lnTo>
                    <a:pt x="364" y="416"/>
                  </a:lnTo>
                  <a:lnTo>
                    <a:pt x="319" y="416"/>
                  </a:lnTo>
                  <a:lnTo>
                    <a:pt x="276" y="412"/>
                  </a:lnTo>
                  <a:lnTo>
                    <a:pt x="231" y="402"/>
                  </a:lnTo>
                  <a:lnTo>
                    <a:pt x="188" y="389"/>
                  </a:lnTo>
                  <a:lnTo>
                    <a:pt x="147" y="371"/>
                  </a:lnTo>
                  <a:lnTo>
                    <a:pt x="106" y="348"/>
                  </a:lnTo>
                  <a:lnTo>
                    <a:pt x="69" y="321"/>
                  </a:lnTo>
                  <a:lnTo>
                    <a:pt x="33" y="289"/>
                  </a:lnTo>
                  <a:lnTo>
                    <a:pt x="19" y="271"/>
                  </a:lnTo>
                  <a:lnTo>
                    <a:pt x="8" y="251"/>
                  </a:lnTo>
                  <a:lnTo>
                    <a:pt x="2" y="231"/>
                  </a:lnTo>
                  <a:lnTo>
                    <a:pt x="0" y="209"/>
                  </a:lnTo>
                  <a:lnTo>
                    <a:pt x="0" y="209"/>
                  </a:lnTo>
                  <a:lnTo>
                    <a:pt x="2" y="187"/>
                  </a:lnTo>
                  <a:lnTo>
                    <a:pt x="8" y="166"/>
                  </a:lnTo>
                  <a:lnTo>
                    <a:pt x="19" y="146"/>
                  </a:lnTo>
                  <a:lnTo>
                    <a:pt x="33" y="128"/>
                  </a:lnTo>
                  <a:lnTo>
                    <a:pt x="51" y="114"/>
                  </a:lnTo>
                  <a:lnTo>
                    <a:pt x="71" y="103"/>
                  </a:lnTo>
                  <a:lnTo>
                    <a:pt x="92" y="97"/>
                  </a:lnTo>
                  <a:lnTo>
                    <a:pt x="113" y="95"/>
                  </a:lnTo>
                  <a:lnTo>
                    <a:pt x="135" y="97"/>
                  </a:lnTo>
                  <a:lnTo>
                    <a:pt x="156" y="103"/>
                  </a:lnTo>
                  <a:lnTo>
                    <a:pt x="176" y="114"/>
                  </a:lnTo>
                  <a:lnTo>
                    <a:pt x="193" y="128"/>
                  </a:lnTo>
                  <a:lnTo>
                    <a:pt x="219" y="150"/>
                  </a:lnTo>
                  <a:lnTo>
                    <a:pt x="246" y="167"/>
                  </a:lnTo>
                  <a:lnTo>
                    <a:pt x="277" y="180"/>
                  </a:lnTo>
                  <a:lnTo>
                    <a:pt x="309" y="187"/>
                  </a:lnTo>
                  <a:lnTo>
                    <a:pt x="342" y="190"/>
                  </a:lnTo>
                  <a:lnTo>
                    <a:pt x="375" y="187"/>
                  </a:lnTo>
                  <a:lnTo>
                    <a:pt x="407" y="180"/>
                  </a:lnTo>
                  <a:lnTo>
                    <a:pt x="437" y="167"/>
                  </a:lnTo>
                  <a:lnTo>
                    <a:pt x="465" y="150"/>
                  </a:lnTo>
                  <a:lnTo>
                    <a:pt x="491" y="128"/>
                  </a:lnTo>
                  <a:lnTo>
                    <a:pt x="526" y="96"/>
                  </a:lnTo>
                  <a:lnTo>
                    <a:pt x="564" y="69"/>
                  </a:lnTo>
                  <a:lnTo>
                    <a:pt x="604" y="46"/>
                  </a:lnTo>
                  <a:lnTo>
                    <a:pt x="646" y="28"/>
                  </a:lnTo>
                  <a:lnTo>
                    <a:pt x="688" y="15"/>
                  </a:lnTo>
                  <a:lnTo>
                    <a:pt x="732" y="6"/>
                  </a:lnTo>
                  <a:lnTo>
                    <a:pt x="777" y="1"/>
                  </a:lnTo>
                  <a:lnTo>
                    <a:pt x="822" y="1"/>
                  </a:lnTo>
                  <a:lnTo>
                    <a:pt x="866" y="6"/>
                  </a:lnTo>
                  <a:lnTo>
                    <a:pt x="910" y="15"/>
                  </a:lnTo>
                  <a:lnTo>
                    <a:pt x="953" y="28"/>
                  </a:lnTo>
                  <a:lnTo>
                    <a:pt x="995" y="46"/>
                  </a:lnTo>
                  <a:lnTo>
                    <a:pt x="1035" y="69"/>
                  </a:lnTo>
                  <a:lnTo>
                    <a:pt x="1072" y="96"/>
                  </a:lnTo>
                  <a:lnTo>
                    <a:pt x="1108" y="128"/>
                  </a:lnTo>
                  <a:lnTo>
                    <a:pt x="1134" y="150"/>
                  </a:lnTo>
                  <a:lnTo>
                    <a:pt x="1162" y="167"/>
                  </a:lnTo>
                  <a:lnTo>
                    <a:pt x="1192" y="180"/>
                  </a:lnTo>
                  <a:lnTo>
                    <a:pt x="1223" y="187"/>
                  </a:lnTo>
                  <a:lnTo>
                    <a:pt x="1256" y="190"/>
                  </a:lnTo>
                  <a:lnTo>
                    <a:pt x="1290" y="187"/>
                  </a:lnTo>
                  <a:lnTo>
                    <a:pt x="1322" y="180"/>
                  </a:lnTo>
                  <a:lnTo>
                    <a:pt x="1352" y="167"/>
                  </a:lnTo>
                  <a:lnTo>
                    <a:pt x="1380" y="150"/>
                  </a:lnTo>
                  <a:lnTo>
                    <a:pt x="1405" y="128"/>
                  </a:lnTo>
                  <a:lnTo>
                    <a:pt x="1440" y="96"/>
                  </a:lnTo>
                  <a:lnTo>
                    <a:pt x="1478" y="69"/>
                  </a:lnTo>
                  <a:lnTo>
                    <a:pt x="1518" y="46"/>
                  </a:lnTo>
                  <a:lnTo>
                    <a:pt x="1560" y="28"/>
                  </a:lnTo>
                  <a:lnTo>
                    <a:pt x="1603" y="15"/>
                  </a:lnTo>
                  <a:lnTo>
                    <a:pt x="1646" y="6"/>
                  </a:lnTo>
                  <a:lnTo>
                    <a:pt x="1691" y="1"/>
                  </a:lnTo>
                  <a:lnTo>
                    <a:pt x="1736" y="1"/>
                  </a:lnTo>
                  <a:lnTo>
                    <a:pt x="1780" y="6"/>
                  </a:lnTo>
                  <a:lnTo>
                    <a:pt x="1824" y="15"/>
                  </a:lnTo>
                  <a:lnTo>
                    <a:pt x="1868" y="28"/>
                  </a:lnTo>
                  <a:lnTo>
                    <a:pt x="1909" y="46"/>
                  </a:lnTo>
                  <a:lnTo>
                    <a:pt x="1949" y="69"/>
                  </a:lnTo>
                  <a:lnTo>
                    <a:pt x="1987" y="96"/>
                  </a:lnTo>
                  <a:lnTo>
                    <a:pt x="2023" y="128"/>
                  </a:lnTo>
                  <a:lnTo>
                    <a:pt x="2048" y="150"/>
                  </a:lnTo>
                  <a:lnTo>
                    <a:pt x="2076" y="167"/>
                  </a:lnTo>
                  <a:lnTo>
                    <a:pt x="2106" y="180"/>
                  </a:lnTo>
                  <a:lnTo>
                    <a:pt x="2138" y="187"/>
                  </a:lnTo>
                  <a:lnTo>
                    <a:pt x="2170" y="190"/>
                  </a:lnTo>
                  <a:lnTo>
                    <a:pt x="2204" y="187"/>
                  </a:lnTo>
                  <a:lnTo>
                    <a:pt x="2236" y="180"/>
                  </a:lnTo>
                  <a:lnTo>
                    <a:pt x="2266" y="167"/>
                  </a:lnTo>
                  <a:lnTo>
                    <a:pt x="2294" y="150"/>
                  </a:lnTo>
                  <a:lnTo>
                    <a:pt x="2319" y="128"/>
                  </a:lnTo>
                  <a:lnTo>
                    <a:pt x="2357" y="95"/>
                  </a:lnTo>
                  <a:lnTo>
                    <a:pt x="2396" y="67"/>
                  </a:lnTo>
                  <a:lnTo>
                    <a:pt x="2439" y="43"/>
                  </a:lnTo>
                  <a:lnTo>
                    <a:pt x="2484" y="24"/>
                  </a:lnTo>
                  <a:lnTo>
                    <a:pt x="2530" y="11"/>
                  </a:lnTo>
                  <a:lnTo>
                    <a:pt x="2578" y="2"/>
                  </a:lnTo>
                  <a:lnTo>
                    <a:pt x="26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90" name="Freeform 246"/>
            <p:cNvSpPr>
              <a:spLocks/>
            </p:cNvSpPr>
            <p:nvPr/>
          </p:nvSpPr>
          <p:spPr bwMode="auto">
            <a:xfrm>
              <a:off x="2935288" y="3244850"/>
              <a:ext cx="227012" cy="28575"/>
            </a:xfrm>
            <a:custGeom>
              <a:avLst/>
              <a:gdLst>
                <a:gd name="T0" fmla="*/ 2773 w 3428"/>
                <a:gd name="T1" fmla="*/ 25 h 418"/>
                <a:gd name="T2" fmla="*/ 2937 w 3428"/>
                <a:gd name="T3" fmla="*/ 128 h 418"/>
                <a:gd name="T4" fmla="*/ 3052 w 3428"/>
                <a:gd name="T5" fmla="*/ 187 h 418"/>
                <a:gd name="T6" fmla="*/ 3180 w 3428"/>
                <a:gd name="T7" fmla="*/ 168 h 418"/>
                <a:gd name="T8" fmla="*/ 3271 w 3428"/>
                <a:gd name="T9" fmla="*/ 103 h 418"/>
                <a:gd name="T10" fmla="*/ 3357 w 3428"/>
                <a:gd name="T11" fmla="*/ 103 h 418"/>
                <a:gd name="T12" fmla="*/ 3420 w 3428"/>
                <a:gd name="T13" fmla="*/ 165 h 418"/>
                <a:gd name="T14" fmla="*/ 3420 w 3428"/>
                <a:gd name="T15" fmla="*/ 251 h 418"/>
                <a:gd name="T16" fmla="*/ 3321 w 3428"/>
                <a:gd name="T17" fmla="*/ 348 h 418"/>
                <a:gd name="T18" fmla="*/ 3152 w 3428"/>
                <a:gd name="T19" fmla="*/ 411 h 418"/>
                <a:gd name="T20" fmla="*/ 2974 w 3428"/>
                <a:gd name="T21" fmla="*/ 403 h 418"/>
                <a:gd name="T22" fmla="*/ 2812 w 3428"/>
                <a:gd name="T23" fmla="*/ 321 h 418"/>
                <a:gd name="T24" fmla="*/ 2694 w 3428"/>
                <a:gd name="T25" fmla="*/ 237 h 418"/>
                <a:gd name="T26" fmla="*/ 2563 w 3428"/>
                <a:gd name="T27" fmla="*/ 237 h 418"/>
                <a:gd name="T28" fmla="*/ 2444 w 3428"/>
                <a:gd name="T29" fmla="*/ 321 h 418"/>
                <a:gd name="T30" fmla="*/ 2282 w 3428"/>
                <a:gd name="T31" fmla="*/ 403 h 418"/>
                <a:gd name="T32" fmla="*/ 2104 w 3428"/>
                <a:gd name="T33" fmla="*/ 411 h 418"/>
                <a:gd name="T34" fmla="*/ 1935 w 3428"/>
                <a:gd name="T35" fmla="*/ 348 h 418"/>
                <a:gd name="T36" fmla="*/ 1809 w 3428"/>
                <a:gd name="T37" fmla="*/ 250 h 418"/>
                <a:gd name="T38" fmla="*/ 1681 w 3428"/>
                <a:gd name="T39" fmla="*/ 230 h 418"/>
                <a:gd name="T40" fmla="*/ 1565 w 3428"/>
                <a:gd name="T41" fmla="*/ 289 h 418"/>
                <a:gd name="T42" fmla="*/ 1401 w 3428"/>
                <a:gd name="T43" fmla="*/ 393 h 418"/>
                <a:gd name="T44" fmla="*/ 1207 w 3428"/>
                <a:gd name="T45" fmla="*/ 414 h 418"/>
                <a:gd name="T46" fmla="*/ 1024 w 3428"/>
                <a:gd name="T47" fmla="*/ 351 h 418"/>
                <a:gd name="T48" fmla="*/ 894 w 3428"/>
                <a:gd name="T49" fmla="*/ 250 h 418"/>
                <a:gd name="T50" fmla="*/ 766 w 3428"/>
                <a:gd name="T51" fmla="*/ 230 h 418"/>
                <a:gd name="T52" fmla="*/ 651 w 3428"/>
                <a:gd name="T53" fmla="*/ 289 h 418"/>
                <a:gd name="T54" fmla="*/ 496 w 3428"/>
                <a:gd name="T55" fmla="*/ 389 h 418"/>
                <a:gd name="T56" fmla="*/ 319 w 3428"/>
                <a:gd name="T57" fmla="*/ 417 h 418"/>
                <a:gd name="T58" fmla="*/ 147 w 3428"/>
                <a:gd name="T59" fmla="*/ 371 h 418"/>
                <a:gd name="T60" fmla="*/ 19 w 3428"/>
                <a:gd name="T61" fmla="*/ 271 h 418"/>
                <a:gd name="T62" fmla="*/ 0 w 3428"/>
                <a:gd name="T63" fmla="*/ 208 h 418"/>
                <a:gd name="T64" fmla="*/ 33 w 3428"/>
                <a:gd name="T65" fmla="*/ 128 h 418"/>
                <a:gd name="T66" fmla="*/ 113 w 3428"/>
                <a:gd name="T67" fmla="*/ 95 h 418"/>
                <a:gd name="T68" fmla="*/ 193 w 3428"/>
                <a:gd name="T69" fmla="*/ 128 h 418"/>
                <a:gd name="T70" fmla="*/ 309 w 3428"/>
                <a:gd name="T71" fmla="*/ 187 h 418"/>
                <a:gd name="T72" fmla="*/ 437 w 3428"/>
                <a:gd name="T73" fmla="*/ 168 h 418"/>
                <a:gd name="T74" fmla="*/ 564 w 3428"/>
                <a:gd name="T75" fmla="*/ 70 h 418"/>
                <a:gd name="T76" fmla="*/ 732 w 3428"/>
                <a:gd name="T77" fmla="*/ 5 h 418"/>
                <a:gd name="T78" fmla="*/ 910 w 3428"/>
                <a:gd name="T79" fmla="*/ 14 h 418"/>
                <a:gd name="T80" fmla="*/ 1072 w 3428"/>
                <a:gd name="T81" fmla="*/ 97 h 418"/>
                <a:gd name="T82" fmla="*/ 1192 w 3428"/>
                <a:gd name="T83" fmla="*/ 180 h 418"/>
                <a:gd name="T84" fmla="*/ 1322 w 3428"/>
                <a:gd name="T85" fmla="*/ 180 h 418"/>
                <a:gd name="T86" fmla="*/ 1440 w 3428"/>
                <a:gd name="T87" fmla="*/ 97 h 418"/>
                <a:gd name="T88" fmla="*/ 1603 w 3428"/>
                <a:gd name="T89" fmla="*/ 14 h 418"/>
                <a:gd name="T90" fmla="*/ 1780 w 3428"/>
                <a:gd name="T91" fmla="*/ 5 h 418"/>
                <a:gd name="T92" fmla="*/ 1949 w 3428"/>
                <a:gd name="T93" fmla="*/ 70 h 418"/>
                <a:gd name="T94" fmla="*/ 2076 w 3428"/>
                <a:gd name="T95" fmla="*/ 168 h 418"/>
                <a:gd name="T96" fmla="*/ 2204 w 3428"/>
                <a:gd name="T97" fmla="*/ 187 h 418"/>
                <a:gd name="T98" fmla="*/ 2319 w 3428"/>
                <a:gd name="T99" fmla="*/ 128 h 418"/>
                <a:gd name="T100" fmla="*/ 2484 w 3428"/>
                <a:gd name="T101" fmla="*/ 25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28" h="418">
                  <a:moveTo>
                    <a:pt x="2628" y="0"/>
                  </a:moveTo>
                  <a:lnTo>
                    <a:pt x="2678" y="3"/>
                  </a:lnTo>
                  <a:lnTo>
                    <a:pt x="2726" y="11"/>
                  </a:lnTo>
                  <a:lnTo>
                    <a:pt x="2773" y="25"/>
                  </a:lnTo>
                  <a:lnTo>
                    <a:pt x="2817" y="44"/>
                  </a:lnTo>
                  <a:lnTo>
                    <a:pt x="2860" y="66"/>
                  </a:lnTo>
                  <a:lnTo>
                    <a:pt x="2900" y="95"/>
                  </a:lnTo>
                  <a:lnTo>
                    <a:pt x="2937" y="128"/>
                  </a:lnTo>
                  <a:lnTo>
                    <a:pt x="2962" y="150"/>
                  </a:lnTo>
                  <a:lnTo>
                    <a:pt x="2990" y="168"/>
                  </a:lnTo>
                  <a:lnTo>
                    <a:pt x="3020" y="180"/>
                  </a:lnTo>
                  <a:lnTo>
                    <a:pt x="3052" y="187"/>
                  </a:lnTo>
                  <a:lnTo>
                    <a:pt x="3086" y="189"/>
                  </a:lnTo>
                  <a:lnTo>
                    <a:pt x="3119" y="187"/>
                  </a:lnTo>
                  <a:lnTo>
                    <a:pt x="3150" y="180"/>
                  </a:lnTo>
                  <a:lnTo>
                    <a:pt x="3180" y="168"/>
                  </a:lnTo>
                  <a:lnTo>
                    <a:pt x="3208" y="150"/>
                  </a:lnTo>
                  <a:lnTo>
                    <a:pt x="3233" y="128"/>
                  </a:lnTo>
                  <a:lnTo>
                    <a:pt x="3251" y="113"/>
                  </a:lnTo>
                  <a:lnTo>
                    <a:pt x="3271" y="103"/>
                  </a:lnTo>
                  <a:lnTo>
                    <a:pt x="3293" y="97"/>
                  </a:lnTo>
                  <a:lnTo>
                    <a:pt x="3313" y="95"/>
                  </a:lnTo>
                  <a:lnTo>
                    <a:pt x="3335" y="97"/>
                  </a:lnTo>
                  <a:lnTo>
                    <a:pt x="3357" y="103"/>
                  </a:lnTo>
                  <a:lnTo>
                    <a:pt x="3376" y="113"/>
                  </a:lnTo>
                  <a:lnTo>
                    <a:pt x="3395" y="128"/>
                  </a:lnTo>
                  <a:lnTo>
                    <a:pt x="3409" y="146"/>
                  </a:lnTo>
                  <a:lnTo>
                    <a:pt x="3420" y="165"/>
                  </a:lnTo>
                  <a:lnTo>
                    <a:pt x="3426" y="187"/>
                  </a:lnTo>
                  <a:lnTo>
                    <a:pt x="3428" y="208"/>
                  </a:lnTo>
                  <a:lnTo>
                    <a:pt x="3426" y="230"/>
                  </a:lnTo>
                  <a:lnTo>
                    <a:pt x="3420" y="251"/>
                  </a:lnTo>
                  <a:lnTo>
                    <a:pt x="3409" y="271"/>
                  </a:lnTo>
                  <a:lnTo>
                    <a:pt x="3395" y="289"/>
                  </a:lnTo>
                  <a:lnTo>
                    <a:pt x="3359" y="321"/>
                  </a:lnTo>
                  <a:lnTo>
                    <a:pt x="3321" y="348"/>
                  </a:lnTo>
                  <a:lnTo>
                    <a:pt x="3281" y="371"/>
                  </a:lnTo>
                  <a:lnTo>
                    <a:pt x="3240" y="389"/>
                  </a:lnTo>
                  <a:lnTo>
                    <a:pt x="3196" y="403"/>
                  </a:lnTo>
                  <a:lnTo>
                    <a:pt x="3152" y="411"/>
                  </a:lnTo>
                  <a:lnTo>
                    <a:pt x="3108" y="417"/>
                  </a:lnTo>
                  <a:lnTo>
                    <a:pt x="3063" y="417"/>
                  </a:lnTo>
                  <a:lnTo>
                    <a:pt x="3018" y="411"/>
                  </a:lnTo>
                  <a:lnTo>
                    <a:pt x="2974" y="403"/>
                  </a:lnTo>
                  <a:lnTo>
                    <a:pt x="2932" y="389"/>
                  </a:lnTo>
                  <a:lnTo>
                    <a:pt x="2890" y="371"/>
                  </a:lnTo>
                  <a:lnTo>
                    <a:pt x="2850" y="348"/>
                  </a:lnTo>
                  <a:lnTo>
                    <a:pt x="2812" y="321"/>
                  </a:lnTo>
                  <a:lnTo>
                    <a:pt x="2777" y="289"/>
                  </a:lnTo>
                  <a:lnTo>
                    <a:pt x="2751" y="268"/>
                  </a:lnTo>
                  <a:lnTo>
                    <a:pt x="2724" y="250"/>
                  </a:lnTo>
                  <a:lnTo>
                    <a:pt x="2694" y="237"/>
                  </a:lnTo>
                  <a:lnTo>
                    <a:pt x="2661" y="230"/>
                  </a:lnTo>
                  <a:lnTo>
                    <a:pt x="2628" y="227"/>
                  </a:lnTo>
                  <a:lnTo>
                    <a:pt x="2595" y="230"/>
                  </a:lnTo>
                  <a:lnTo>
                    <a:pt x="2563" y="237"/>
                  </a:lnTo>
                  <a:lnTo>
                    <a:pt x="2533" y="250"/>
                  </a:lnTo>
                  <a:lnTo>
                    <a:pt x="2505" y="268"/>
                  </a:lnTo>
                  <a:lnTo>
                    <a:pt x="2479" y="289"/>
                  </a:lnTo>
                  <a:lnTo>
                    <a:pt x="2444" y="321"/>
                  </a:lnTo>
                  <a:lnTo>
                    <a:pt x="2407" y="348"/>
                  </a:lnTo>
                  <a:lnTo>
                    <a:pt x="2366" y="371"/>
                  </a:lnTo>
                  <a:lnTo>
                    <a:pt x="2324" y="389"/>
                  </a:lnTo>
                  <a:lnTo>
                    <a:pt x="2282" y="403"/>
                  </a:lnTo>
                  <a:lnTo>
                    <a:pt x="2238" y="411"/>
                  </a:lnTo>
                  <a:lnTo>
                    <a:pt x="2193" y="417"/>
                  </a:lnTo>
                  <a:lnTo>
                    <a:pt x="2149" y="417"/>
                  </a:lnTo>
                  <a:lnTo>
                    <a:pt x="2104" y="411"/>
                  </a:lnTo>
                  <a:lnTo>
                    <a:pt x="2060" y="403"/>
                  </a:lnTo>
                  <a:lnTo>
                    <a:pt x="2017" y="389"/>
                  </a:lnTo>
                  <a:lnTo>
                    <a:pt x="1975" y="371"/>
                  </a:lnTo>
                  <a:lnTo>
                    <a:pt x="1935" y="348"/>
                  </a:lnTo>
                  <a:lnTo>
                    <a:pt x="1898" y="321"/>
                  </a:lnTo>
                  <a:lnTo>
                    <a:pt x="1862" y="289"/>
                  </a:lnTo>
                  <a:lnTo>
                    <a:pt x="1837" y="268"/>
                  </a:lnTo>
                  <a:lnTo>
                    <a:pt x="1809" y="250"/>
                  </a:lnTo>
                  <a:lnTo>
                    <a:pt x="1778" y="237"/>
                  </a:lnTo>
                  <a:lnTo>
                    <a:pt x="1747" y="230"/>
                  </a:lnTo>
                  <a:lnTo>
                    <a:pt x="1714" y="227"/>
                  </a:lnTo>
                  <a:lnTo>
                    <a:pt x="1681" y="230"/>
                  </a:lnTo>
                  <a:lnTo>
                    <a:pt x="1648" y="237"/>
                  </a:lnTo>
                  <a:lnTo>
                    <a:pt x="1618" y="250"/>
                  </a:lnTo>
                  <a:lnTo>
                    <a:pt x="1590" y="268"/>
                  </a:lnTo>
                  <a:lnTo>
                    <a:pt x="1565" y="289"/>
                  </a:lnTo>
                  <a:lnTo>
                    <a:pt x="1529" y="322"/>
                  </a:lnTo>
                  <a:lnTo>
                    <a:pt x="1488" y="351"/>
                  </a:lnTo>
                  <a:lnTo>
                    <a:pt x="1446" y="374"/>
                  </a:lnTo>
                  <a:lnTo>
                    <a:pt x="1401" y="393"/>
                  </a:lnTo>
                  <a:lnTo>
                    <a:pt x="1354" y="406"/>
                  </a:lnTo>
                  <a:lnTo>
                    <a:pt x="1306" y="414"/>
                  </a:lnTo>
                  <a:lnTo>
                    <a:pt x="1256" y="418"/>
                  </a:lnTo>
                  <a:lnTo>
                    <a:pt x="1207" y="414"/>
                  </a:lnTo>
                  <a:lnTo>
                    <a:pt x="1159" y="406"/>
                  </a:lnTo>
                  <a:lnTo>
                    <a:pt x="1112" y="393"/>
                  </a:lnTo>
                  <a:lnTo>
                    <a:pt x="1067" y="374"/>
                  </a:lnTo>
                  <a:lnTo>
                    <a:pt x="1024" y="351"/>
                  </a:lnTo>
                  <a:lnTo>
                    <a:pt x="985" y="322"/>
                  </a:lnTo>
                  <a:lnTo>
                    <a:pt x="947" y="289"/>
                  </a:lnTo>
                  <a:lnTo>
                    <a:pt x="922" y="268"/>
                  </a:lnTo>
                  <a:lnTo>
                    <a:pt x="894" y="250"/>
                  </a:lnTo>
                  <a:lnTo>
                    <a:pt x="864" y="237"/>
                  </a:lnTo>
                  <a:lnTo>
                    <a:pt x="832" y="230"/>
                  </a:lnTo>
                  <a:lnTo>
                    <a:pt x="800" y="227"/>
                  </a:lnTo>
                  <a:lnTo>
                    <a:pt x="766" y="230"/>
                  </a:lnTo>
                  <a:lnTo>
                    <a:pt x="734" y="237"/>
                  </a:lnTo>
                  <a:lnTo>
                    <a:pt x="704" y="250"/>
                  </a:lnTo>
                  <a:lnTo>
                    <a:pt x="676" y="268"/>
                  </a:lnTo>
                  <a:lnTo>
                    <a:pt x="651" y="289"/>
                  </a:lnTo>
                  <a:lnTo>
                    <a:pt x="616" y="321"/>
                  </a:lnTo>
                  <a:lnTo>
                    <a:pt x="577" y="348"/>
                  </a:lnTo>
                  <a:lnTo>
                    <a:pt x="538" y="371"/>
                  </a:lnTo>
                  <a:lnTo>
                    <a:pt x="496" y="389"/>
                  </a:lnTo>
                  <a:lnTo>
                    <a:pt x="452" y="403"/>
                  </a:lnTo>
                  <a:lnTo>
                    <a:pt x="409" y="411"/>
                  </a:lnTo>
                  <a:lnTo>
                    <a:pt x="364" y="417"/>
                  </a:lnTo>
                  <a:lnTo>
                    <a:pt x="319" y="417"/>
                  </a:lnTo>
                  <a:lnTo>
                    <a:pt x="276" y="411"/>
                  </a:lnTo>
                  <a:lnTo>
                    <a:pt x="231" y="403"/>
                  </a:lnTo>
                  <a:lnTo>
                    <a:pt x="188" y="389"/>
                  </a:lnTo>
                  <a:lnTo>
                    <a:pt x="147" y="371"/>
                  </a:lnTo>
                  <a:lnTo>
                    <a:pt x="106" y="348"/>
                  </a:lnTo>
                  <a:lnTo>
                    <a:pt x="69" y="321"/>
                  </a:lnTo>
                  <a:lnTo>
                    <a:pt x="33" y="289"/>
                  </a:lnTo>
                  <a:lnTo>
                    <a:pt x="19" y="271"/>
                  </a:lnTo>
                  <a:lnTo>
                    <a:pt x="8" y="251"/>
                  </a:lnTo>
                  <a:lnTo>
                    <a:pt x="2" y="230"/>
                  </a:lnTo>
                  <a:lnTo>
                    <a:pt x="0" y="208"/>
                  </a:lnTo>
                  <a:lnTo>
                    <a:pt x="0" y="208"/>
                  </a:lnTo>
                  <a:lnTo>
                    <a:pt x="2" y="187"/>
                  </a:lnTo>
                  <a:lnTo>
                    <a:pt x="8" y="165"/>
                  </a:lnTo>
                  <a:lnTo>
                    <a:pt x="19" y="146"/>
                  </a:lnTo>
                  <a:lnTo>
                    <a:pt x="33" y="128"/>
                  </a:lnTo>
                  <a:lnTo>
                    <a:pt x="51" y="113"/>
                  </a:lnTo>
                  <a:lnTo>
                    <a:pt x="71" y="103"/>
                  </a:lnTo>
                  <a:lnTo>
                    <a:pt x="92" y="97"/>
                  </a:lnTo>
                  <a:lnTo>
                    <a:pt x="113" y="95"/>
                  </a:lnTo>
                  <a:lnTo>
                    <a:pt x="135" y="97"/>
                  </a:lnTo>
                  <a:lnTo>
                    <a:pt x="156" y="103"/>
                  </a:lnTo>
                  <a:lnTo>
                    <a:pt x="176" y="113"/>
                  </a:lnTo>
                  <a:lnTo>
                    <a:pt x="193" y="128"/>
                  </a:lnTo>
                  <a:lnTo>
                    <a:pt x="219" y="150"/>
                  </a:lnTo>
                  <a:lnTo>
                    <a:pt x="246" y="168"/>
                  </a:lnTo>
                  <a:lnTo>
                    <a:pt x="277" y="180"/>
                  </a:lnTo>
                  <a:lnTo>
                    <a:pt x="309" y="187"/>
                  </a:lnTo>
                  <a:lnTo>
                    <a:pt x="342" y="189"/>
                  </a:lnTo>
                  <a:lnTo>
                    <a:pt x="375" y="187"/>
                  </a:lnTo>
                  <a:lnTo>
                    <a:pt x="407" y="180"/>
                  </a:lnTo>
                  <a:lnTo>
                    <a:pt x="437" y="168"/>
                  </a:lnTo>
                  <a:lnTo>
                    <a:pt x="465" y="150"/>
                  </a:lnTo>
                  <a:lnTo>
                    <a:pt x="491" y="128"/>
                  </a:lnTo>
                  <a:lnTo>
                    <a:pt x="526" y="97"/>
                  </a:lnTo>
                  <a:lnTo>
                    <a:pt x="564" y="70"/>
                  </a:lnTo>
                  <a:lnTo>
                    <a:pt x="604" y="47"/>
                  </a:lnTo>
                  <a:lnTo>
                    <a:pt x="646" y="28"/>
                  </a:lnTo>
                  <a:lnTo>
                    <a:pt x="688" y="14"/>
                  </a:lnTo>
                  <a:lnTo>
                    <a:pt x="732" y="5"/>
                  </a:lnTo>
                  <a:lnTo>
                    <a:pt x="777" y="1"/>
                  </a:lnTo>
                  <a:lnTo>
                    <a:pt x="822" y="1"/>
                  </a:lnTo>
                  <a:lnTo>
                    <a:pt x="866" y="5"/>
                  </a:lnTo>
                  <a:lnTo>
                    <a:pt x="910" y="14"/>
                  </a:lnTo>
                  <a:lnTo>
                    <a:pt x="953" y="28"/>
                  </a:lnTo>
                  <a:lnTo>
                    <a:pt x="995" y="47"/>
                  </a:lnTo>
                  <a:lnTo>
                    <a:pt x="1035" y="70"/>
                  </a:lnTo>
                  <a:lnTo>
                    <a:pt x="1072" y="97"/>
                  </a:lnTo>
                  <a:lnTo>
                    <a:pt x="1108" y="128"/>
                  </a:lnTo>
                  <a:lnTo>
                    <a:pt x="1134" y="150"/>
                  </a:lnTo>
                  <a:lnTo>
                    <a:pt x="1162" y="168"/>
                  </a:lnTo>
                  <a:lnTo>
                    <a:pt x="1192" y="180"/>
                  </a:lnTo>
                  <a:lnTo>
                    <a:pt x="1223" y="187"/>
                  </a:lnTo>
                  <a:lnTo>
                    <a:pt x="1256" y="189"/>
                  </a:lnTo>
                  <a:lnTo>
                    <a:pt x="1290" y="187"/>
                  </a:lnTo>
                  <a:lnTo>
                    <a:pt x="1322" y="180"/>
                  </a:lnTo>
                  <a:lnTo>
                    <a:pt x="1352" y="168"/>
                  </a:lnTo>
                  <a:lnTo>
                    <a:pt x="1380" y="150"/>
                  </a:lnTo>
                  <a:lnTo>
                    <a:pt x="1405" y="128"/>
                  </a:lnTo>
                  <a:lnTo>
                    <a:pt x="1440" y="97"/>
                  </a:lnTo>
                  <a:lnTo>
                    <a:pt x="1478" y="70"/>
                  </a:lnTo>
                  <a:lnTo>
                    <a:pt x="1518" y="47"/>
                  </a:lnTo>
                  <a:lnTo>
                    <a:pt x="1560" y="28"/>
                  </a:lnTo>
                  <a:lnTo>
                    <a:pt x="1603" y="14"/>
                  </a:lnTo>
                  <a:lnTo>
                    <a:pt x="1646" y="5"/>
                  </a:lnTo>
                  <a:lnTo>
                    <a:pt x="1691" y="1"/>
                  </a:lnTo>
                  <a:lnTo>
                    <a:pt x="1736" y="1"/>
                  </a:lnTo>
                  <a:lnTo>
                    <a:pt x="1780" y="5"/>
                  </a:lnTo>
                  <a:lnTo>
                    <a:pt x="1824" y="14"/>
                  </a:lnTo>
                  <a:lnTo>
                    <a:pt x="1868" y="28"/>
                  </a:lnTo>
                  <a:lnTo>
                    <a:pt x="1909" y="47"/>
                  </a:lnTo>
                  <a:lnTo>
                    <a:pt x="1949" y="70"/>
                  </a:lnTo>
                  <a:lnTo>
                    <a:pt x="1987" y="97"/>
                  </a:lnTo>
                  <a:lnTo>
                    <a:pt x="2023" y="128"/>
                  </a:lnTo>
                  <a:lnTo>
                    <a:pt x="2048" y="150"/>
                  </a:lnTo>
                  <a:lnTo>
                    <a:pt x="2076" y="168"/>
                  </a:lnTo>
                  <a:lnTo>
                    <a:pt x="2106" y="180"/>
                  </a:lnTo>
                  <a:lnTo>
                    <a:pt x="2138" y="187"/>
                  </a:lnTo>
                  <a:lnTo>
                    <a:pt x="2170" y="189"/>
                  </a:lnTo>
                  <a:lnTo>
                    <a:pt x="2204" y="187"/>
                  </a:lnTo>
                  <a:lnTo>
                    <a:pt x="2236" y="180"/>
                  </a:lnTo>
                  <a:lnTo>
                    <a:pt x="2266" y="168"/>
                  </a:lnTo>
                  <a:lnTo>
                    <a:pt x="2294" y="150"/>
                  </a:lnTo>
                  <a:lnTo>
                    <a:pt x="2319" y="128"/>
                  </a:lnTo>
                  <a:lnTo>
                    <a:pt x="2357" y="95"/>
                  </a:lnTo>
                  <a:lnTo>
                    <a:pt x="2396" y="66"/>
                  </a:lnTo>
                  <a:lnTo>
                    <a:pt x="2439" y="44"/>
                  </a:lnTo>
                  <a:lnTo>
                    <a:pt x="2484" y="25"/>
                  </a:lnTo>
                  <a:lnTo>
                    <a:pt x="2530" y="11"/>
                  </a:lnTo>
                  <a:lnTo>
                    <a:pt x="2578" y="3"/>
                  </a:lnTo>
                  <a:lnTo>
                    <a:pt x="26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sp>
        <p:nvSpPr>
          <p:cNvPr id="53" name="TextBox 52">
            <a:extLst>
              <a:ext uri="{FF2B5EF4-FFF2-40B4-BE49-F238E27FC236}">
                <a16:creationId xmlns:a16="http://schemas.microsoft.com/office/drawing/2014/main" id="{2C9081FA-06CD-AA43-BCBC-B6DBD36F6909}"/>
              </a:ext>
            </a:extLst>
          </p:cNvPr>
          <p:cNvSpPr txBox="1"/>
          <p:nvPr>
            <p:custDataLst>
              <p:tags r:id="rId17"/>
            </p:custDataLst>
          </p:nvPr>
        </p:nvSpPr>
        <p:spPr>
          <a:xfrm>
            <a:off x="908350" y="3567519"/>
            <a:ext cx="4641774" cy="1015663"/>
          </a:xfrm>
          <a:prstGeom prst="rect">
            <a:avLst/>
          </a:prstGeom>
          <a:noFill/>
        </p:spPr>
        <p:txBody>
          <a:bodyPr wrap="square" rtlCol="0">
            <a:spAutoFit/>
          </a:bodyPr>
          <a:lstStyle/>
          <a:p>
            <a:r>
              <a:rPr lang="fr-CA" sz="6000" b="1" dirty="0">
                <a:solidFill>
                  <a:schemeClr val="bg1"/>
                </a:solidFill>
                <a:effectLst/>
                <a:latin typeface="Nunito" pitchFamily="2" charset="0"/>
              </a:rPr>
              <a:t>FAQ</a:t>
            </a:r>
            <a:endParaRPr lang="id-ID" sz="3600" b="1" dirty="0">
              <a:solidFill>
                <a:schemeClr val="bg1"/>
              </a:solidFill>
              <a:effectLst/>
              <a:latin typeface="Nunito" pitchFamily="2" charset="0"/>
            </a:endParaRPr>
          </a:p>
        </p:txBody>
      </p:sp>
      <p:sp>
        <p:nvSpPr>
          <p:cNvPr id="2" name="TextBox 64">
            <a:extLst>
              <a:ext uri="{FF2B5EF4-FFF2-40B4-BE49-F238E27FC236}">
                <a16:creationId xmlns:a16="http://schemas.microsoft.com/office/drawing/2014/main" id="{12F9F03C-BA03-56F2-2EFF-F2685DD4AF6C}"/>
              </a:ext>
            </a:extLst>
          </p:cNvPr>
          <p:cNvSpPr txBox="1"/>
          <p:nvPr>
            <p:custDataLst>
              <p:tags r:id="rId18"/>
            </p:custDataLst>
          </p:nvPr>
        </p:nvSpPr>
        <p:spPr>
          <a:xfrm>
            <a:off x="6818316" y="5753848"/>
            <a:ext cx="5096316" cy="707886"/>
          </a:xfrm>
          <a:prstGeom prst="rect">
            <a:avLst/>
          </a:prstGeom>
          <a:noFill/>
          <a:ln>
            <a:noFill/>
          </a:ln>
        </p:spPr>
        <p:txBody>
          <a:bodyPr wrap="square" rtlCol="0">
            <a:spAutoFit/>
          </a:bodyPr>
          <a:lstStyle/>
          <a:p>
            <a:pPr lvl="0"/>
            <a:r>
              <a:rPr lang="fr-CA" sz="1000" dirty="0">
                <a:solidFill>
                  <a:schemeClr val="tx1">
                    <a:lumMod val="85000"/>
                    <a:lumOff val="15000"/>
                  </a:schemeClr>
                </a:solidFill>
                <a:latin typeface="Nunito" pitchFamily="2" charset="0"/>
              </a:rPr>
              <a:t>La radio couvrira pratiquement tout le Québec, soit sur le réseau ou soit sur la radio locale.  Près de 80% des magasins auront la visite d’un animateur radio. Le choix exact des dates et des magasins qui auront la visite d’un animateur, vous sera communiqué en juin. </a:t>
            </a:r>
          </a:p>
        </p:txBody>
      </p:sp>
      <p:sp>
        <p:nvSpPr>
          <p:cNvPr id="3" name="TextBox 65">
            <a:extLst>
              <a:ext uri="{FF2B5EF4-FFF2-40B4-BE49-F238E27FC236}">
                <a16:creationId xmlns:a16="http://schemas.microsoft.com/office/drawing/2014/main" id="{5085AFD5-05DF-0928-3EBD-AA19B172E558}"/>
              </a:ext>
            </a:extLst>
          </p:cNvPr>
          <p:cNvSpPr txBox="1"/>
          <p:nvPr>
            <p:custDataLst>
              <p:tags r:id="rId19"/>
            </p:custDataLst>
          </p:nvPr>
        </p:nvSpPr>
        <p:spPr>
          <a:xfrm>
            <a:off x="6818316" y="5543839"/>
            <a:ext cx="5351918" cy="276999"/>
          </a:xfrm>
          <a:prstGeom prst="rect">
            <a:avLst/>
          </a:prstGeom>
          <a:noFill/>
        </p:spPr>
        <p:txBody>
          <a:bodyPr wrap="square" rtlCol="0">
            <a:spAutoFit/>
          </a:bodyPr>
          <a:lstStyle/>
          <a:p>
            <a:r>
              <a:rPr lang="fr-CA" sz="1200" b="1" dirty="0">
                <a:solidFill>
                  <a:srgbClr val="1447AB"/>
                </a:solidFill>
                <a:latin typeface="Nunito" pitchFamily="2" charset="0"/>
              </a:rPr>
              <a:t>Est-ce que j’aurai un animateur radio dans mon magasin?</a:t>
            </a:r>
            <a:endParaRPr lang="id-ID" sz="1200" b="1" dirty="0">
              <a:solidFill>
                <a:srgbClr val="1447AB"/>
              </a:solidFill>
              <a:latin typeface="Nunito" pitchFamily="2" charset="0"/>
            </a:endParaRPr>
          </a:p>
        </p:txBody>
      </p:sp>
      <p:grpSp>
        <p:nvGrpSpPr>
          <p:cNvPr id="4" name="Group 46">
            <a:extLst>
              <a:ext uri="{FF2B5EF4-FFF2-40B4-BE49-F238E27FC236}">
                <a16:creationId xmlns:a16="http://schemas.microsoft.com/office/drawing/2014/main" id="{FD54C4A9-A90C-717E-431E-218FD393EEBD}"/>
              </a:ext>
            </a:extLst>
          </p:cNvPr>
          <p:cNvGrpSpPr/>
          <p:nvPr>
            <p:custDataLst>
              <p:tags r:id="rId20"/>
            </p:custDataLst>
          </p:nvPr>
        </p:nvGrpSpPr>
        <p:grpSpPr>
          <a:xfrm>
            <a:off x="6011246" y="5573133"/>
            <a:ext cx="455073" cy="467890"/>
            <a:chOff x="900113" y="1624013"/>
            <a:chExt cx="225426" cy="231775"/>
          </a:xfrm>
          <a:solidFill>
            <a:schemeClr val="accent1"/>
          </a:solidFill>
        </p:grpSpPr>
        <p:sp>
          <p:nvSpPr>
            <p:cNvPr id="5" name="Freeform 18">
              <a:extLst>
                <a:ext uri="{FF2B5EF4-FFF2-40B4-BE49-F238E27FC236}">
                  <a16:creationId xmlns:a16="http://schemas.microsoft.com/office/drawing/2014/main" id="{9ECC7A9E-C821-6C01-DBF7-E61AE080D41F}"/>
                </a:ext>
              </a:extLst>
            </p:cNvPr>
            <p:cNvSpPr>
              <a:spLocks/>
            </p:cNvSpPr>
            <p:nvPr/>
          </p:nvSpPr>
          <p:spPr bwMode="auto">
            <a:xfrm>
              <a:off x="974726" y="1624013"/>
              <a:ext cx="31750" cy="31750"/>
            </a:xfrm>
            <a:custGeom>
              <a:avLst/>
              <a:gdLst>
                <a:gd name="T0" fmla="*/ 234 w 468"/>
                <a:gd name="T1" fmla="*/ 0 h 468"/>
                <a:gd name="T2" fmla="*/ 273 w 468"/>
                <a:gd name="T3" fmla="*/ 3 h 468"/>
                <a:gd name="T4" fmla="*/ 309 w 468"/>
                <a:gd name="T5" fmla="*/ 12 h 468"/>
                <a:gd name="T6" fmla="*/ 342 w 468"/>
                <a:gd name="T7" fmla="*/ 27 h 468"/>
                <a:gd name="T8" fmla="*/ 373 w 468"/>
                <a:gd name="T9" fmla="*/ 46 h 468"/>
                <a:gd name="T10" fmla="*/ 400 w 468"/>
                <a:gd name="T11" fmla="*/ 69 h 468"/>
                <a:gd name="T12" fmla="*/ 424 w 468"/>
                <a:gd name="T13" fmla="*/ 96 h 468"/>
                <a:gd name="T14" fmla="*/ 442 w 468"/>
                <a:gd name="T15" fmla="*/ 126 h 468"/>
                <a:gd name="T16" fmla="*/ 456 w 468"/>
                <a:gd name="T17" fmla="*/ 160 h 468"/>
                <a:gd name="T18" fmla="*/ 465 w 468"/>
                <a:gd name="T19" fmla="*/ 196 h 468"/>
                <a:gd name="T20" fmla="*/ 468 w 468"/>
                <a:gd name="T21" fmla="*/ 234 h 468"/>
                <a:gd name="T22" fmla="*/ 465 w 468"/>
                <a:gd name="T23" fmla="*/ 272 h 468"/>
                <a:gd name="T24" fmla="*/ 456 w 468"/>
                <a:gd name="T25" fmla="*/ 308 h 468"/>
                <a:gd name="T26" fmla="*/ 442 w 468"/>
                <a:gd name="T27" fmla="*/ 342 h 468"/>
                <a:gd name="T28" fmla="*/ 424 w 468"/>
                <a:gd name="T29" fmla="*/ 372 h 468"/>
                <a:gd name="T30" fmla="*/ 400 w 468"/>
                <a:gd name="T31" fmla="*/ 400 h 468"/>
                <a:gd name="T32" fmla="*/ 373 w 468"/>
                <a:gd name="T33" fmla="*/ 423 h 468"/>
                <a:gd name="T34" fmla="*/ 342 w 468"/>
                <a:gd name="T35" fmla="*/ 442 h 468"/>
                <a:gd name="T36" fmla="*/ 309 w 468"/>
                <a:gd name="T37" fmla="*/ 456 h 468"/>
                <a:gd name="T38" fmla="*/ 273 w 468"/>
                <a:gd name="T39" fmla="*/ 465 h 468"/>
                <a:gd name="T40" fmla="*/ 234 w 468"/>
                <a:gd name="T41" fmla="*/ 468 h 468"/>
                <a:gd name="T42" fmla="*/ 197 w 468"/>
                <a:gd name="T43" fmla="*/ 465 h 468"/>
                <a:gd name="T44" fmla="*/ 161 w 468"/>
                <a:gd name="T45" fmla="*/ 456 h 468"/>
                <a:gd name="T46" fmla="*/ 128 w 468"/>
                <a:gd name="T47" fmla="*/ 442 h 468"/>
                <a:gd name="T48" fmla="*/ 97 w 468"/>
                <a:gd name="T49" fmla="*/ 423 h 468"/>
                <a:gd name="T50" fmla="*/ 70 w 468"/>
                <a:gd name="T51" fmla="*/ 400 h 468"/>
                <a:gd name="T52" fmla="*/ 46 w 468"/>
                <a:gd name="T53" fmla="*/ 372 h 468"/>
                <a:gd name="T54" fmla="*/ 27 w 468"/>
                <a:gd name="T55" fmla="*/ 342 h 468"/>
                <a:gd name="T56" fmla="*/ 13 w 468"/>
                <a:gd name="T57" fmla="*/ 308 h 468"/>
                <a:gd name="T58" fmla="*/ 3 w 468"/>
                <a:gd name="T59" fmla="*/ 272 h 468"/>
                <a:gd name="T60" fmla="*/ 0 w 468"/>
                <a:gd name="T61" fmla="*/ 234 h 468"/>
                <a:gd name="T62" fmla="*/ 3 w 468"/>
                <a:gd name="T63" fmla="*/ 196 h 468"/>
                <a:gd name="T64" fmla="*/ 13 w 468"/>
                <a:gd name="T65" fmla="*/ 160 h 468"/>
                <a:gd name="T66" fmla="*/ 27 w 468"/>
                <a:gd name="T67" fmla="*/ 126 h 468"/>
                <a:gd name="T68" fmla="*/ 46 w 468"/>
                <a:gd name="T69" fmla="*/ 96 h 468"/>
                <a:gd name="T70" fmla="*/ 70 w 468"/>
                <a:gd name="T71" fmla="*/ 69 h 468"/>
                <a:gd name="T72" fmla="*/ 97 w 468"/>
                <a:gd name="T73" fmla="*/ 46 h 468"/>
                <a:gd name="T74" fmla="*/ 128 w 468"/>
                <a:gd name="T75" fmla="*/ 27 h 468"/>
                <a:gd name="T76" fmla="*/ 161 w 468"/>
                <a:gd name="T77" fmla="*/ 12 h 468"/>
                <a:gd name="T78" fmla="*/ 197 w 468"/>
                <a:gd name="T79" fmla="*/ 3 h 468"/>
                <a:gd name="T80" fmla="*/ 234 w 468"/>
                <a:gd name="T81"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68" h="468">
                  <a:moveTo>
                    <a:pt x="234" y="0"/>
                  </a:moveTo>
                  <a:lnTo>
                    <a:pt x="273" y="3"/>
                  </a:lnTo>
                  <a:lnTo>
                    <a:pt x="309" y="12"/>
                  </a:lnTo>
                  <a:lnTo>
                    <a:pt x="342" y="27"/>
                  </a:lnTo>
                  <a:lnTo>
                    <a:pt x="373" y="46"/>
                  </a:lnTo>
                  <a:lnTo>
                    <a:pt x="400" y="69"/>
                  </a:lnTo>
                  <a:lnTo>
                    <a:pt x="424" y="96"/>
                  </a:lnTo>
                  <a:lnTo>
                    <a:pt x="442" y="126"/>
                  </a:lnTo>
                  <a:lnTo>
                    <a:pt x="456" y="160"/>
                  </a:lnTo>
                  <a:lnTo>
                    <a:pt x="465" y="196"/>
                  </a:lnTo>
                  <a:lnTo>
                    <a:pt x="468" y="234"/>
                  </a:lnTo>
                  <a:lnTo>
                    <a:pt x="465" y="272"/>
                  </a:lnTo>
                  <a:lnTo>
                    <a:pt x="456" y="308"/>
                  </a:lnTo>
                  <a:lnTo>
                    <a:pt x="442" y="342"/>
                  </a:lnTo>
                  <a:lnTo>
                    <a:pt x="424" y="372"/>
                  </a:lnTo>
                  <a:lnTo>
                    <a:pt x="400" y="400"/>
                  </a:lnTo>
                  <a:lnTo>
                    <a:pt x="373" y="423"/>
                  </a:lnTo>
                  <a:lnTo>
                    <a:pt x="342" y="442"/>
                  </a:lnTo>
                  <a:lnTo>
                    <a:pt x="309" y="456"/>
                  </a:lnTo>
                  <a:lnTo>
                    <a:pt x="273" y="465"/>
                  </a:lnTo>
                  <a:lnTo>
                    <a:pt x="234" y="468"/>
                  </a:lnTo>
                  <a:lnTo>
                    <a:pt x="197" y="465"/>
                  </a:lnTo>
                  <a:lnTo>
                    <a:pt x="161" y="456"/>
                  </a:lnTo>
                  <a:lnTo>
                    <a:pt x="128" y="442"/>
                  </a:lnTo>
                  <a:lnTo>
                    <a:pt x="97" y="423"/>
                  </a:lnTo>
                  <a:lnTo>
                    <a:pt x="70" y="400"/>
                  </a:lnTo>
                  <a:lnTo>
                    <a:pt x="46" y="372"/>
                  </a:lnTo>
                  <a:lnTo>
                    <a:pt x="27" y="342"/>
                  </a:lnTo>
                  <a:lnTo>
                    <a:pt x="13" y="308"/>
                  </a:lnTo>
                  <a:lnTo>
                    <a:pt x="3" y="272"/>
                  </a:lnTo>
                  <a:lnTo>
                    <a:pt x="0" y="234"/>
                  </a:lnTo>
                  <a:lnTo>
                    <a:pt x="3" y="196"/>
                  </a:lnTo>
                  <a:lnTo>
                    <a:pt x="13" y="160"/>
                  </a:lnTo>
                  <a:lnTo>
                    <a:pt x="27" y="126"/>
                  </a:lnTo>
                  <a:lnTo>
                    <a:pt x="46" y="96"/>
                  </a:lnTo>
                  <a:lnTo>
                    <a:pt x="70" y="69"/>
                  </a:lnTo>
                  <a:lnTo>
                    <a:pt x="97" y="46"/>
                  </a:lnTo>
                  <a:lnTo>
                    <a:pt x="128" y="27"/>
                  </a:lnTo>
                  <a:lnTo>
                    <a:pt x="161" y="12"/>
                  </a:lnTo>
                  <a:lnTo>
                    <a:pt x="197" y="3"/>
                  </a:lnTo>
                  <a:lnTo>
                    <a:pt x="2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7" name="Freeform 19">
              <a:extLst>
                <a:ext uri="{FF2B5EF4-FFF2-40B4-BE49-F238E27FC236}">
                  <a16:creationId xmlns:a16="http://schemas.microsoft.com/office/drawing/2014/main" id="{6E1D1027-625A-3149-256B-62C36684A7EF}"/>
                </a:ext>
              </a:extLst>
            </p:cNvPr>
            <p:cNvSpPr>
              <a:spLocks/>
            </p:cNvSpPr>
            <p:nvPr/>
          </p:nvSpPr>
          <p:spPr bwMode="auto">
            <a:xfrm>
              <a:off x="958851" y="1827213"/>
              <a:ext cx="166688" cy="28575"/>
            </a:xfrm>
            <a:custGeom>
              <a:avLst/>
              <a:gdLst>
                <a:gd name="T0" fmla="*/ 860 w 2411"/>
                <a:gd name="T1" fmla="*/ 11 h 400"/>
                <a:gd name="T2" fmla="*/ 990 w 2411"/>
                <a:gd name="T3" fmla="*/ 64 h 400"/>
                <a:gd name="T4" fmla="*/ 1087 w 2411"/>
                <a:gd name="T5" fmla="*/ 143 h 400"/>
                <a:gd name="T6" fmla="*/ 1174 w 2411"/>
                <a:gd name="T7" fmla="*/ 180 h 400"/>
                <a:gd name="T8" fmla="*/ 1268 w 2411"/>
                <a:gd name="T9" fmla="*/ 172 h 400"/>
                <a:gd name="T10" fmla="*/ 1348 w 2411"/>
                <a:gd name="T11" fmla="*/ 123 h 400"/>
                <a:gd name="T12" fmla="*/ 1463 w 2411"/>
                <a:gd name="T13" fmla="*/ 42 h 400"/>
                <a:gd name="T14" fmla="*/ 1597 w 2411"/>
                <a:gd name="T15" fmla="*/ 3 h 400"/>
                <a:gd name="T16" fmla="*/ 1738 w 2411"/>
                <a:gd name="T17" fmla="*/ 11 h 400"/>
                <a:gd name="T18" fmla="*/ 1867 w 2411"/>
                <a:gd name="T19" fmla="*/ 64 h 400"/>
                <a:gd name="T20" fmla="*/ 1965 w 2411"/>
                <a:gd name="T21" fmla="*/ 143 h 400"/>
                <a:gd name="T22" fmla="*/ 2052 w 2411"/>
                <a:gd name="T23" fmla="*/ 180 h 400"/>
                <a:gd name="T24" fmla="*/ 2145 w 2411"/>
                <a:gd name="T25" fmla="*/ 172 h 400"/>
                <a:gd name="T26" fmla="*/ 2226 w 2411"/>
                <a:gd name="T27" fmla="*/ 123 h 400"/>
                <a:gd name="T28" fmla="*/ 2282 w 2411"/>
                <a:gd name="T29" fmla="*/ 94 h 400"/>
                <a:gd name="T30" fmla="*/ 2344 w 2411"/>
                <a:gd name="T31" fmla="*/ 100 h 400"/>
                <a:gd name="T32" fmla="*/ 2394 w 2411"/>
                <a:gd name="T33" fmla="*/ 140 h 400"/>
                <a:gd name="T34" fmla="*/ 2411 w 2411"/>
                <a:gd name="T35" fmla="*/ 200 h 400"/>
                <a:gd name="T36" fmla="*/ 2394 w 2411"/>
                <a:gd name="T37" fmla="*/ 260 h 400"/>
                <a:gd name="T38" fmla="*/ 2306 w 2411"/>
                <a:gd name="T39" fmla="*/ 336 h 400"/>
                <a:gd name="T40" fmla="*/ 2177 w 2411"/>
                <a:gd name="T41" fmla="*/ 390 h 400"/>
                <a:gd name="T42" fmla="*/ 2035 w 2411"/>
                <a:gd name="T43" fmla="*/ 397 h 400"/>
                <a:gd name="T44" fmla="*/ 1901 w 2411"/>
                <a:gd name="T45" fmla="*/ 359 h 400"/>
                <a:gd name="T46" fmla="*/ 1786 w 2411"/>
                <a:gd name="T47" fmla="*/ 277 h 400"/>
                <a:gd name="T48" fmla="*/ 1707 w 2411"/>
                <a:gd name="T49" fmla="*/ 228 h 400"/>
                <a:gd name="T50" fmla="*/ 1612 w 2411"/>
                <a:gd name="T51" fmla="*/ 221 h 400"/>
                <a:gd name="T52" fmla="*/ 1526 w 2411"/>
                <a:gd name="T53" fmla="*/ 256 h 400"/>
                <a:gd name="T54" fmla="*/ 1428 w 2411"/>
                <a:gd name="T55" fmla="*/ 336 h 400"/>
                <a:gd name="T56" fmla="*/ 1299 w 2411"/>
                <a:gd name="T57" fmla="*/ 390 h 400"/>
                <a:gd name="T58" fmla="*/ 1157 w 2411"/>
                <a:gd name="T59" fmla="*/ 397 h 400"/>
                <a:gd name="T60" fmla="*/ 1024 w 2411"/>
                <a:gd name="T61" fmla="*/ 359 h 400"/>
                <a:gd name="T62" fmla="*/ 909 w 2411"/>
                <a:gd name="T63" fmla="*/ 277 h 400"/>
                <a:gd name="T64" fmla="*/ 829 w 2411"/>
                <a:gd name="T65" fmla="*/ 228 h 400"/>
                <a:gd name="T66" fmla="*/ 735 w 2411"/>
                <a:gd name="T67" fmla="*/ 221 h 400"/>
                <a:gd name="T68" fmla="*/ 649 w 2411"/>
                <a:gd name="T69" fmla="*/ 256 h 400"/>
                <a:gd name="T70" fmla="*/ 554 w 2411"/>
                <a:gd name="T71" fmla="*/ 334 h 400"/>
                <a:gd name="T72" fmla="*/ 434 w 2411"/>
                <a:gd name="T73" fmla="*/ 386 h 400"/>
                <a:gd name="T74" fmla="*/ 306 w 2411"/>
                <a:gd name="T75" fmla="*/ 399 h 400"/>
                <a:gd name="T76" fmla="*/ 180 w 2411"/>
                <a:gd name="T77" fmla="*/ 373 h 400"/>
                <a:gd name="T78" fmla="*/ 66 w 2411"/>
                <a:gd name="T79" fmla="*/ 307 h 400"/>
                <a:gd name="T80" fmla="*/ 8 w 2411"/>
                <a:gd name="T81" fmla="*/ 241 h 400"/>
                <a:gd name="T82" fmla="*/ 2 w 2411"/>
                <a:gd name="T83" fmla="*/ 179 h 400"/>
                <a:gd name="T84" fmla="*/ 31 w 2411"/>
                <a:gd name="T85" fmla="*/ 123 h 400"/>
                <a:gd name="T86" fmla="*/ 87 w 2411"/>
                <a:gd name="T87" fmla="*/ 94 h 400"/>
                <a:gd name="T88" fmla="*/ 149 w 2411"/>
                <a:gd name="T89" fmla="*/ 100 h 400"/>
                <a:gd name="T90" fmla="*/ 209 w 2411"/>
                <a:gd name="T91" fmla="*/ 143 h 400"/>
                <a:gd name="T92" fmla="*/ 296 w 2411"/>
                <a:gd name="T93" fmla="*/ 180 h 400"/>
                <a:gd name="T94" fmla="*/ 390 w 2411"/>
                <a:gd name="T95" fmla="*/ 172 h 400"/>
                <a:gd name="T96" fmla="*/ 471 w 2411"/>
                <a:gd name="T97" fmla="*/ 123 h 400"/>
                <a:gd name="T98" fmla="*/ 585 w 2411"/>
                <a:gd name="T99" fmla="*/ 42 h 400"/>
                <a:gd name="T100" fmla="*/ 719 w 2411"/>
                <a:gd name="T101" fmla="*/ 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11" h="400">
                  <a:moveTo>
                    <a:pt x="767" y="0"/>
                  </a:moveTo>
                  <a:lnTo>
                    <a:pt x="815" y="3"/>
                  </a:lnTo>
                  <a:lnTo>
                    <a:pt x="860" y="11"/>
                  </a:lnTo>
                  <a:lnTo>
                    <a:pt x="905" y="23"/>
                  </a:lnTo>
                  <a:lnTo>
                    <a:pt x="949" y="42"/>
                  </a:lnTo>
                  <a:lnTo>
                    <a:pt x="990" y="64"/>
                  </a:lnTo>
                  <a:lnTo>
                    <a:pt x="1027" y="92"/>
                  </a:lnTo>
                  <a:lnTo>
                    <a:pt x="1063" y="123"/>
                  </a:lnTo>
                  <a:lnTo>
                    <a:pt x="1087" y="143"/>
                  </a:lnTo>
                  <a:lnTo>
                    <a:pt x="1114" y="161"/>
                  </a:lnTo>
                  <a:lnTo>
                    <a:pt x="1143" y="172"/>
                  </a:lnTo>
                  <a:lnTo>
                    <a:pt x="1174" y="180"/>
                  </a:lnTo>
                  <a:lnTo>
                    <a:pt x="1205" y="182"/>
                  </a:lnTo>
                  <a:lnTo>
                    <a:pt x="1237" y="180"/>
                  </a:lnTo>
                  <a:lnTo>
                    <a:pt x="1268" y="172"/>
                  </a:lnTo>
                  <a:lnTo>
                    <a:pt x="1297" y="161"/>
                  </a:lnTo>
                  <a:lnTo>
                    <a:pt x="1323" y="143"/>
                  </a:lnTo>
                  <a:lnTo>
                    <a:pt x="1348" y="123"/>
                  </a:lnTo>
                  <a:lnTo>
                    <a:pt x="1383" y="92"/>
                  </a:lnTo>
                  <a:lnTo>
                    <a:pt x="1422" y="64"/>
                  </a:lnTo>
                  <a:lnTo>
                    <a:pt x="1463" y="42"/>
                  </a:lnTo>
                  <a:lnTo>
                    <a:pt x="1505" y="23"/>
                  </a:lnTo>
                  <a:lnTo>
                    <a:pt x="1550" y="11"/>
                  </a:lnTo>
                  <a:lnTo>
                    <a:pt x="1597" y="3"/>
                  </a:lnTo>
                  <a:lnTo>
                    <a:pt x="1645" y="0"/>
                  </a:lnTo>
                  <a:lnTo>
                    <a:pt x="1692" y="3"/>
                  </a:lnTo>
                  <a:lnTo>
                    <a:pt x="1738" y="11"/>
                  </a:lnTo>
                  <a:lnTo>
                    <a:pt x="1783" y="23"/>
                  </a:lnTo>
                  <a:lnTo>
                    <a:pt x="1826" y="42"/>
                  </a:lnTo>
                  <a:lnTo>
                    <a:pt x="1867" y="64"/>
                  </a:lnTo>
                  <a:lnTo>
                    <a:pt x="1905" y="92"/>
                  </a:lnTo>
                  <a:lnTo>
                    <a:pt x="1941" y="123"/>
                  </a:lnTo>
                  <a:lnTo>
                    <a:pt x="1965" y="143"/>
                  </a:lnTo>
                  <a:lnTo>
                    <a:pt x="1992" y="161"/>
                  </a:lnTo>
                  <a:lnTo>
                    <a:pt x="2020" y="172"/>
                  </a:lnTo>
                  <a:lnTo>
                    <a:pt x="2052" y="180"/>
                  </a:lnTo>
                  <a:lnTo>
                    <a:pt x="2083" y="182"/>
                  </a:lnTo>
                  <a:lnTo>
                    <a:pt x="2115" y="180"/>
                  </a:lnTo>
                  <a:lnTo>
                    <a:pt x="2145" y="172"/>
                  </a:lnTo>
                  <a:lnTo>
                    <a:pt x="2175" y="161"/>
                  </a:lnTo>
                  <a:lnTo>
                    <a:pt x="2201" y="143"/>
                  </a:lnTo>
                  <a:lnTo>
                    <a:pt x="2226" y="123"/>
                  </a:lnTo>
                  <a:lnTo>
                    <a:pt x="2243" y="109"/>
                  </a:lnTo>
                  <a:lnTo>
                    <a:pt x="2261" y="100"/>
                  </a:lnTo>
                  <a:lnTo>
                    <a:pt x="2282" y="94"/>
                  </a:lnTo>
                  <a:lnTo>
                    <a:pt x="2302" y="92"/>
                  </a:lnTo>
                  <a:lnTo>
                    <a:pt x="2323" y="94"/>
                  </a:lnTo>
                  <a:lnTo>
                    <a:pt x="2344" y="100"/>
                  </a:lnTo>
                  <a:lnTo>
                    <a:pt x="2362" y="109"/>
                  </a:lnTo>
                  <a:lnTo>
                    <a:pt x="2379" y="123"/>
                  </a:lnTo>
                  <a:lnTo>
                    <a:pt x="2394" y="140"/>
                  </a:lnTo>
                  <a:lnTo>
                    <a:pt x="2404" y="159"/>
                  </a:lnTo>
                  <a:lnTo>
                    <a:pt x="2410" y="179"/>
                  </a:lnTo>
                  <a:lnTo>
                    <a:pt x="2411" y="200"/>
                  </a:lnTo>
                  <a:lnTo>
                    <a:pt x="2410" y="221"/>
                  </a:lnTo>
                  <a:lnTo>
                    <a:pt x="2404" y="241"/>
                  </a:lnTo>
                  <a:lnTo>
                    <a:pt x="2394" y="260"/>
                  </a:lnTo>
                  <a:lnTo>
                    <a:pt x="2379" y="277"/>
                  </a:lnTo>
                  <a:lnTo>
                    <a:pt x="2344" y="309"/>
                  </a:lnTo>
                  <a:lnTo>
                    <a:pt x="2306" y="336"/>
                  </a:lnTo>
                  <a:lnTo>
                    <a:pt x="2264" y="359"/>
                  </a:lnTo>
                  <a:lnTo>
                    <a:pt x="2222" y="376"/>
                  </a:lnTo>
                  <a:lnTo>
                    <a:pt x="2177" y="390"/>
                  </a:lnTo>
                  <a:lnTo>
                    <a:pt x="2130" y="397"/>
                  </a:lnTo>
                  <a:lnTo>
                    <a:pt x="2083" y="400"/>
                  </a:lnTo>
                  <a:lnTo>
                    <a:pt x="2035" y="397"/>
                  </a:lnTo>
                  <a:lnTo>
                    <a:pt x="1990" y="390"/>
                  </a:lnTo>
                  <a:lnTo>
                    <a:pt x="1944" y="376"/>
                  </a:lnTo>
                  <a:lnTo>
                    <a:pt x="1901" y="359"/>
                  </a:lnTo>
                  <a:lnTo>
                    <a:pt x="1860" y="336"/>
                  </a:lnTo>
                  <a:lnTo>
                    <a:pt x="1822" y="309"/>
                  </a:lnTo>
                  <a:lnTo>
                    <a:pt x="1786" y="277"/>
                  </a:lnTo>
                  <a:lnTo>
                    <a:pt x="1763" y="256"/>
                  </a:lnTo>
                  <a:lnTo>
                    <a:pt x="1735" y="240"/>
                  </a:lnTo>
                  <a:lnTo>
                    <a:pt x="1707" y="228"/>
                  </a:lnTo>
                  <a:lnTo>
                    <a:pt x="1676" y="221"/>
                  </a:lnTo>
                  <a:lnTo>
                    <a:pt x="1645" y="218"/>
                  </a:lnTo>
                  <a:lnTo>
                    <a:pt x="1612" y="221"/>
                  </a:lnTo>
                  <a:lnTo>
                    <a:pt x="1582" y="228"/>
                  </a:lnTo>
                  <a:lnTo>
                    <a:pt x="1553" y="240"/>
                  </a:lnTo>
                  <a:lnTo>
                    <a:pt x="1526" y="256"/>
                  </a:lnTo>
                  <a:lnTo>
                    <a:pt x="1502" y="277"/>
                  </a:lnTo>
                  <a:lnTo>
                    <a:pt x="1467" y="309"/>
                  </a:lnTo>
                  <a:lnTo>
                    <a:pt x="1428" y="336"/>
                  </a:lnTo>
                  <a:lnTo>
                    <a:pt x="1387" y="359"/>
                  </a:lnTo>
                  <a:lnTo>
                    <a:pt x="1345" y="376"/>
                  </a:lnTo>
                  <a:lnTo>
                    <a:pt x="1299" y="390"/>
                  </a:lnTo>
                  <a:lnTo>
                    <a:pt x="1253" y="397"/>
                  </a:lnTo>
                  <a:lnTo>
                    <a:pt x="1205" y="400"/>
                  </a:lnTo>
                  <a:lnTo>
                    <a:pt x="1157" y="397"/>
                  </a:lnTo>
                  <a:lnTo>
                    <a:pt x="1112" y="390"/>
                  </a:lnTo>
                  <a:lnTo>
                    <a:pt x="1067" y="376"/>
                  </a:lnTo>
                  <a:lnTo>
                    <a:pt x="1024" y="359"/>
                  </a:lnTo>
                  <a:lnTo>
                    <a:pt x="982" y="336"/>
                  </a:lnTo>
                  <a:lnTo>
                    <a:pt x="945" y="309"/>
                  </a:lnTo>
                  <a:lnTo>
                    <a:pt x="909" y="277"/>
                  </a:lnTo>
                  <a:lnTo>
                    <a:pt x="885" y="256"/>
                  </a:lnTo>
                  <a:lnTo>
                    <a:pt x="858" y="240"/>
                  </a:lnTo>
                  <a:lnTo>
                    <a:pt x="829" y="228"/>
                  </a:lnTo>
                  <a:lnTo>
                    <a:pt x="798" y="221"/>
                  </a:lnTo>
                  <a:lnTo>
                    <a:pt x="767" y="218"/>
                  </a:lnTo>
                  <a:lnTo>
                    <a:pt x="735" y="221"/>
                  </a:lnTo>
                  <a:lnTo>
                    <a:pt x="705" y="228"/>
                  </a:lnTo>
                  <a:lnTo>
                    <a:pt x="675" y="240"/>
                  </a:lnTo>
                  <a:lnTo>
                    <a:pt x="649" y="256"/>
                  </a:lnTo>
                  <a:lnTo>
                    <a:pt x="624" y="277"/>
                  </a:lnTo>
                  <a:lnTo>
                    <a:pt x="590" y="307"/>
                  </a:lnTo>
                  <a:lnTo>
                    <a:pt x="554" y="334"/>
                  </a:lnTo>
                  <a:lnTo>
                    <a:pt x="515" y="356"/>
                  </a:lnTo>
                  <a:lnTo>
                    <a:pt x="476" y="373"/>
                  </a:lnTo>
                  <a:lnTo>
                    <a:pt x="434" y="386"/>
                  </a:lnTo>
                  <a:lnTo>
                    <a:pt x="392" y="395"/>
                  </a:lnTo>
                  <a:lnTo>
                    <a:pt x="350" y="399"/>
                  </a:lnTo>
                  <a:lnTo>
                    <a:pt x="306" y="399"/>
                  </a:lnTo>
                  <a:lnTo>
                    <a:pt x="263" y="395"/>
                  </a:lnTo>
                  <a:lnTo>
                    <a:pt x="221" y="386"/>
                  </a:lnTo>
                  <a:lnTo>
                    <a:pt x="180" y="373"/>
                  </a:lnTo>
                  <a:lnTo>
                    <a:pt x="140" y="356"/>
                  </a:lnTo>
                  <a:lnTo>
                    <a:pt x="101" y="334"/>
                  </a:lnTo>
                  <a:lnTo>
                    <a:pt x="66" y="307"/>
                  </a:lnTo>
                  <a:lnTo>
                    <a:pt x="31" y="277"/>
                  </a:lnTo>
                  <a:lnTo>
                    <a:pt x="18" y="260"/>
                  </a:lnTo>
                  <a:lnTo>
                    <a:pt x="8" y="241"/>
                  </a:lnTo>
                  <a:lnTo>
                    <a:pt x="2" y="221"/>
                  </a:lnTo>
                  <a:lnTo>
                    <a:pt x="0" y="200"/>
                  </a:lnTo>
                  <a:lnTo>
                    <a:pt x="2" y="179"/>
                  </a:lnTo>
                  <a:lnTo>
                    <a:pt x="8" y="159"/>
                  </a:lnTo>
                  <a:lnTo>
                    <a:pt x="18" y="140"/>
                  </a:lnTo>
                  <a:lnTo>
                    <a:pt x="31" y="123"/>
                  </a:lnTo>
                  <a:lnTo>
                    <a:pt x="48" y="109"/>
                  </a:lnTo>
                  <a:lnTo>
                    <a:pt x="68" y="100"/>
                  </a:lnTo>
                  <a:lnTo>
                    <a:pt x="87" y="94"/>
                  </a:lnTo>
                  <a:lnTo>
                    <a:pt x="108" y="92"/>
                  </a:lnTo>
                  <a:lnTo>
                    <a:pt x="129" y="94"/>
                  </a:lnTo>
                  <a:lnTo>
                    <a:pt x="149" y="100"/>
                  </a:lnTo>
                  <a:lnTo>
                    <a:pt x="168" y="109"/>
                  </a:lnTo>
                  <a:lnTo>
                    <a:pt x="186" y="123"/>
                  </a:lnTo>
                  <a:lnTo>
                    <a:pt x="209" y="143"/>
                  </a:lnTo>
                  <a:lnTo>
                    <a:pt x="237" y="161"/>
                  </a:lnTo>
                  <a:lnTo>
                    <a:pt x="265" y="172"/>
                  </a:lnTo>
                  <a:lnTo>
                    <a:pt x="296" y="180"/>
                  </a:lnTo>
                  <a:lnTo>
                    <a:pt x="328" y="182"/>
                  </a:lnTo>
                  <a:lnTo>
                    <a:pt x="360" y="180"/>
                  </a:lnTo>
                  <a:lnTo>
                    <a:pt x="390" y="172"/>
                  </a:lnTo>
                  <a:lnTo>
                    <a:pt x="419" y="161"/>
                  </a:lnTo>
                  <a:lnTo>
                    <a:pt x="446" y="143"/>
                  </a:lnTo>
                  <a:lnTo>
                    <a:pt x="471" y="123"/>
                  </a:lnTo>
                  <a:lnTo>
                    <a:pt x="505" y="92"/>
                  </a:lnTo>
                  <a:lnTo>
                    <a:pt x="544" y="64"/>
                  </a:lnTo>
                  <a:lnTo>
                    <a:pt x="585" y="42"/>
                  </a:lnTo>
                  <a:lnTo>
                    <a:pt x="628" y="23"/>
                  </a:lnTo>
                  <a:lnTo>
                    <a:pt x="673" y="11"/>
                  </a:lnTo>
                  <a:lnTo>
                    <a:pt x="719" y="3"/>
                  </a:lnTo>
                  <a:lnTo>
                    <a:pt x="7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8" name="Freeform 20">
              <a:extLst>
                <a:ext uri="{FF2B5EF4-FFF2-40B4-BE49-F238E27FC236}">
                  <a16:creationId xmlns:a16="http://schemas.microsoft.com/office/drawing/2014/main" id="{95F87736-8F6F-487E-6602-A67708FA489C}"/>
                </a:ext>
              </a:extLst>
            </p:cNvPr>
            <p:cNvSpPr>
              <a:spLocks/>
            </p:cNvSpPr>
            <p:nvPr/>
          </p:nvSpPr>
          <p:spPr bwMode="auto">
            <a:xfrm>
              <a:off x="958851" y="1795463"/>
              <a:ext cx="166688" cy="28575"/>
            </a:xfrm>
            <a:custGeom>
              <a:avLst/>
              <a:gdLst>
                <a:gd name="T0" fmla="*/ 860 w 2411"/>
                <a:gd name="T1" fmla="*/ 10 h 400"/>
                <a:gd name="T2" fmla="*/ 990 w 2411"/>
                <a:gd name="T3" fmla="*/ 64 h 400"/>
                <a:gd name="T4" fmla="*/ 1087 w 2411"/>
                <a:gd name="T5" fmla="*/ 144 h 400"/>
                <a:gd name="T6" fmla="*/ 1174 w 2411"/>
                <a:gd name="T7" fmla="*/ 179 h 400"/>
                <a:gd name="T8" fmla="*/ 1268 w 2411"/>
                <a:gd name="T9" fmla="*/ 172 h 400"/>
                <a:gd name="T10" fmla="*/ 1348 w 2411"/>
                <a:gd name="T11" fmla="*/ 123 h 400"/>
                <a:gd name="T12" fmla="*/ 1463 w 2411"/>
                <a:gd name="T13" fmla="*/ 41 h 400"/>
                <a:gd name="T14" fmla="*/ 1597 w 2411"/>
                <a:gd name="T15" fmla="*/ 2 h 400"/>
                <a:gd name="T16" fmla="*/ 1738 w 2411"/>
                <a:gd name="T17" fmla="*/ 10 h 400"/>
                <a:gd name="T18" fmla="*/ 1867 w 2411"/>
                <a:gd name="T19" fmla="*/ 64 h 400"/>
                <a:gd name="T20" fmla="*/ 1965 w 2411"/>
                <a:gd name="T21" fmla="*/ 144 h 400"/>
                <a:gd name="T22" fmla="*/ 2052 w 2411"/>
                <a:gd name="T23" fmla="*/ 179 h 400"/>
                <a:gd name="T24" fmla="*/ 2145 w 2411"/>
                <a:gd name="T25" fmla="*/ 172 h 400"/>
                <a:gd name="T26" fmla="*/ 2226 w 2411"/>
                <a:gd name="T27" fmla="*/ 123 h 400"/>
                <a:gd name="T28" fmla="*/ 2282 w 2411"/>
                <a:gd name="T29" fmla="*/ 93 h 400"/>
                <a:gd name="T30" fmla="*/ 2344 w 2411"/>
                <a:gd name="T31" fmla="*/ 99 h 400"/>
                <a:gd name="T32" fmla="*/ 2394 w 2411"/>
                <a:gd name="T33" fmla="*/ 139 h 400"/>
                <a:gd name="T34" fmla="*/ 2411 w 2411"/>
                <a:gd name="T35" fmla="*/ 199 h 400"/>
                <a:gd name="T36" fmla="*/ 2394 w 2411"/>
                <a:gd name="T37" fmla="*/ 260 h 400"/>
                <a:gd name="T38" fmla="*/ 2306 w 2411"/>
                <a:gd name="T39" fmla="*/ 336 h 400"/>
                <a:gd name="T40" fmla="*/ 2177 w 2411"/>
                <a:gd name="T41" fmla="*/ 389 h 400"/>
                <a:gd name="T42" fmla="*/ 2035 w 2411"/>
                <a:gd name="T43" fmla="*/ 397 h 400"/>
                <a:gd name="T44" fmla="*/ 1901 w 2411"/>
                <a:gd name="T45" fmla="*/ 358 h 400"/>
                <a:gd name="T46" fmla="*/ 1786 w 2411"/>
                <a:gd name="T47" fmla="*/ 277 h 400"/>
                <a:gd name="T48" fmla="*/ 1707 w 2411"/>
                <a:gd name="T49" fmla="*/ 228 h 400"/>
                <a:gd name="T50" fmla="*/ 1612 w 2411"/>
                <a:gd name="T51" fmla="*/ 220 h 400"/>
                <a:gd name="T52" fmla="*/ 1526 w 2411"/>
                <a:gd name="T53" fmla="*/ 255 h 400"/>
                <a:gd name="T54" fmla="*/ 1428 w 2411"/>
                <a:gd name="T55" fmla="*/ 336 h 400"/>
                <a:gd name="T56" fmla="*/ 1299 w 2411"/>
                <a:gd name="T57" fmla="*/ 389 h 400"/>
                <a:gd name="T58" fmla="*/ 1157 w 2411"/>
                <a:gd name="T59" fmla="*/ 397 h 400"/>
                <a:gd name="T60" fmla="*/ 1024 w 2411"/>
                <a:gd name="T61" fmla="*/ 358 h 400"/>
                <a:gd name="T62" fmla="*/ 909 w 2411"/>
                <a:gd name="T63" fmla="*/ 277 h 400"/>
                <a:gd name="T64" fmla="*/ 829 w 2411"/>
                <a:gd name="T65" fmla="*/ 228 h 400"/>
                <a:gd name="T66" fmla="*/ 735 w 2411"/>
                <a:gd name="T67" fmla="*/ 220 h 400"/>
                <a:gd name="T68" fmla="*/ 649 w 2411"/>
                <a:gd name="T69" fmla="*/ 255 h 400"/>
                <a:gd name="T70" fmla="*/ 554 w 2411"/>
                <a:gd name="T71" fmla="*/ 334 h 400"/>
                <a:gd name="T72" fmla="*/ 434 w 2411"/>
                <a:gd name="T73" fmla="*/ 386 h 400"/>
                <a:gd name="T74" fmla="*/ 306 w 2411"/>
                <a:gd name="T75" fmla="*/ 399 h 400"/>
                <a:gd name="T76" fmla="*/ 180 w 2411"/>
                <a:gd name="T77" fmla="*/ 372 h 400"/>
                <a:gd name="T78" fmla="*/ 66 w 2411"/>
                <a:gd name="T79" fmla="*/ 307 h 400"/>
                <a:gd name="T80" fmla="*/ 8 w 2411"/>
                <a:gd name="T81" fmla="*/ 240 h 400"/>
                <a:gd name="T82" fmla="*/ 2 w 2411"/>
                <a:gd name="T83" fmla="*/ 179 h 400"/>
                <a:gd name="T84" fmla="*/ 31 w 2411"/>
                <a:gd name="T85" fmla="*/ 123 h 400"/>
                <a:gd name="T86" fmla="*/ 87 w 2411"/>
                <a:gd name="T87" fmla="*/ 93 h 400"/>
                <a:gd name="T88" fmla="*/ 149 w 2411"/>
                <a:gd name="T89" fmla="*/ 99 h 400"/>
                <a:gd name="T90" fmla="*/ 209 w 2411"/>
                <a:gd name="T91" fmla="*/ 144 h 400"/>
                <a:gd name="T92" fmla="*/ 296 w 2411"/>
                <a:gd name="T93" fmla="*/ 179 h 400"/>
                <a:gd name="T94" fmla="*/ 390 w 2411"/>
                <a:gd name="T95" fmla="*/ 172 h 400"/>
                <a:gd name="T96" fmla="*/ 471 w 2411"/>
                <a:gd name="T97" fmla="*/ 123 h 400"/>
                <a:gd name="T98" fmla="*/ 585 w 2411"/>
                <a:gd name="T99" fmla="*/ 41 h 400"/>
                <a:gd name="T100" fmla="*/ 719 w 2411"/>
                <a:gd name="T101" fmla="*/ 2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11" h="400">
                  <a:moveTo>
                    <a:pt x="767" y="0"/>
                  </a:moveTo>
                  <a:lnTo>
                    <a:pt x="815" y="2"/>
                  </a:lnTo>
                  <a:lnTo>
                    <a:pt x="860" y="10"/>
                  </a:lnTo>
                  <a:lnTo>
                    <a:pt x="905" y="23"/>
                  </a:lnTo>
                  <a:lnTo>
                    <a:pt x="949" y="41"/>
                  </a:lnTo>
                  <a:lnTo>
                    <a:pt x="990" y="64"/>
                  </a:lnTo>
                  <a:lnTo>
                    <a:pt x="1027" y="91"/>
                  </a:lnTo>
                  <a:lnTo>
                    <a:pt x="1063" y="123"/>
                  </a:lnTo>
                  <a:lnTo>
                    <a:pt x="1087" y="144"/>
                  </a:lnTo>
                  <a:lnTo>
                    <a:pt x="1114" y="160"/>
                  </a:lnTo>
                  <a:lnTo>
                    <a:pt x="1143" y="172"/>
                  </a:lnTo>
                  <a:lnTo>
                    <a:pt x="1174" y="179"/>
                  </a:lnTo>
                  <a:lnTo>
                    <a:pt x="1205" y="181"/>
                  </a:lnTo>
                  <a:lnTo>
                    <a:pt x="1237" y="179"/>
                  </a:lnTo>
                  <a:lnTo>
                    <a:pt x="1268" y="172"/>
                  </a:lnTo>
                  <a:lnTo>
                    <a:pt x="1297" y="160"/>
                  </a:lnTo>
                  <a:lnTo>
                    <a:pt x="1323" y="144"/>
                  </a:lnTo>
                  <a:lnTo>
                    <a:pt x="1348" y="123"/>
                  </a:lnTo>
                  <a:lnTo>
                    <a:pt x="1383" y="91"/>
                  </a:lnTo>
                  <a:lnTo>
                    <a:pt x="1422" y="64"/>
                  </a:lnTo>
                  <a:lnTo>
                    <a:pt x="1463" y="41"/>
                  </a:lnTo>
                  <a:lnTo>
                    <a:pt x="1505" y="23"/>
                  </a:lnTo>
                  <a:lnTo>
                    <a:pt x="1550" y="10"/>
                  </a:lnTo>
                  <a:lnTo>
                    <a:pt x="1597" y="2"/>
                  </a:lnTo>
                  <a:lnTo>
                    <a:pt x="1645" y="0"/>
                  </a:lnTo>
                  <a:lnTo>
                    <a:pt x="1692" y="2"/>
                  </a:lnTo>
                  <a:lnTo>
                    <a:pt x="1738" y="10"/>
                  </a:lnTo>
                  <a:lnTo>
                    <a:pt x="1783" y="23"/>
                  </a:lnTo>
                  <a:lnTo>
                    <a:pt x="1826" y="41"/>
                  </a:lnTo>
                  <a:lnTo>
                    <a:pt x="1867" y="64"/>
                  </a:lnTo>
                  <a:lnTo>
                    <a:pt x="1905" y="91"/>
                  </a:lnTo>
                  <a:lnTo>
                    <a:pt x="1941" y="123"/>
                  </a:lnTo>
                  <a:lnTo>
                    <a:pt x="1965" y="144"/>
                  </a:lnTo>
                  <a:lnTo>
                    <a:pt x="1992" y="160"/>
                  </a:lnTo>
                  <a:lnTo>
                    <a:pt x="2020" y="172"/>
                  </a:lnTo>
                  <a:lnTo>
                    <a:pt x="2052" y="179"/>
                  </a:lnTo>
                  <a:lnTo>
                    <a:pt x="2083" y="181"/>
                  </a:lnTo>
                  <a:lnTo>
                    <a:pt x="2115" y="179"/>
                  </a:lnTo>
                  <a:lnTo>
                    <a:pt x="2145" y="172"/>
                  </a:lnTo>
                  <a:lnTo>
                    <a:pt x="2175" y="160"/>
                  </a:lnTo>
                  <a:lnTo>
                    <a:pt x="2201" y="144"/>
                  </a:lnTo>
                  <a:lnTo>
                    <a:pt x="2226" y="123"/>
                  </a:lnTo>
                  <a:lnTo>
                    <a:pt x="2243" y="109"/>
                  </a:lnTo>
                  <a:lnTo>
                    <a:pt x="2261" y="99"/>
                  </a:lnTo>
                  <a:lnTo>
                    <a:pt x="2282" y="93"/>
                  </a:lnTo>
                  <a:lnTo>
                    <a:pt x="2302" y="91"/>
                  </a:lnTo>
                  <a:lnTo>
                    <a:pt x="2323" y="93"/>
                  </a:lnTo>
                  <a:lnTo>
                    <a:pt x="2344" y="99"/>
                  </a:lnTo>
                  <a:lnTo>
                    <a:pt x="2362" y="109"/>
                  </a:lnTo>
                  <a:lnTo>
                    <a:pt x="2379" y="123"/>
                  </a:lnTo>
                  <a:lnTo>
                    <a:pt x="2394" y="139"/>
                  </a:lnTo>
                  <a:lnTo>
                    <a:pt x="2404" y="159"/>
                  </a:lnTo>
                  <a:lnTo>
                    <a:pt x="2410" y="179"/>
                  </a:lnTo>
                  <a:lnTo>
                    <a:pt x="2411" y="199"/>
                  </a:lnTo>
                  <a:lnTo>
                    <a:pt x="2410" y="221"/>
                  </a:lnTo>
                  <a:lnTo>
                    <a:pt x="2404" y="240"/>
                  </a:lnTo>
                  <a:lnTo>
                    <a:pt x="2394" y="260"/>
                  </a:lnTo>
                  <a:lnTo>
                    <a:pt x="2379" y="277"/>
                  </a:lnTo>
                  <a:lnTo>
                    <a:pt x="2344" y="308"/>
                  </a:lnTo>
                  <a:lnTo>
                    <a:pt x="2306" y="336"/>
                  </a:lnTo>
                  <a:lnTo>
                    <a:pt x="2264" y="358"/>
                  </a:lnTo>
                  <a:lnTo>
                    <a:pt x="2222" y="377"/>
                  </a:lnTo>
                  <a:lnTo>
                    <a:pt x="2177" y="389"/>
                  </a:lnTo>
                  <a:lnTo>
                    <a:pt x="2131" y="397"/>
                  </a:lnTo>
                  <a:lnTo>
                    <a:pt x="2083" y="400"/>
                  </a:lnTo>
                  <a:lnTo>
                    <a:pt x="2035" y="397"/>
                  </a:lnTo>
                  <a:lnTo>
                    <a:pt x="1990" y="389"/>
                  </a:lnTo>
                  <a:lnTo>
                    <a:pt x="1944" y="377"/>
                  </a:lnTo>
                  <a:lnTo>
                    <a:pt x="1901" y="358"/>
                  </a:lnTo>
                  <a:lnTo>
                    <a:pt x="1860" y="336"/>
                  </a:lnTo>
                  <a:lnTo>
                    <a:pt x="1822" y="308"/>
                  </a:lnTo>
                  <a:lnTo>
                    <a:pt x="1786" y="277"/>
                  </a:lnTo>
                  <a:lnTo>
                    <a:pt x="1763" y="255"/>
                  </a:lnTo>
                  <a:lnTo>
                    <a:pt x="1735" y="239"/>
                  </a:lnTo>
                  <a:lnTo>
                    <a:pt x="1707" y="228"/>
                  </a:lnTo>
                  <a:lnTo>
                    <a:pt x="1676" y="220"/>
                  </a:lnTo>
                  <a:lnTo>
                    <a:pt x="1645" y="218"/>
                  </a:lnTo>
                  <a:lnTo>
                    <a:pt x="1612" y="220"/>
                  </a:lnTo>
                  <a:lnTo>
                    <a:pt x="1582" y="228"/>
                  </a:lnTo>
                  <a:lnTo>
                    <a:pt x="1553" y="239"/>
                  </a:lnTo>
                  <a:lnTo>
                    <a:pt x="1526" y="255"/>
                  </a:lnTo>
                  <a:lnTo>
                    <a:pt x="1502" y="277"/>
                  </a:lnTo>
                  <a:lnTo>
                    <a:pt x="1467" y="308"/>
                  </a:lnTo>
                  <a:lnTo>
                    <a:pt x="1428" y="336"/>
                  </a:lnTo>
                  <a:lnTo>
                    <a:pt x="1387" y="358"/>
                  </a:lnTo>
                  <a:lnTo>
                    <a:pt x="1345" y="377"/>
                  </a:lnTo>
                  <a:lnTo>
                    <a:pt x="1299" y="389"/>
                  </a:lnTo>
                  <a:lnTo>
                    <a:pt x="1253" y="397"/>
                  </a:lnTo>
                  <a:lnTo>
                    <a:pt x="1205" y="400"/>
                  </a:lnTo>
                  <a:lnTo>
                    <a:pt x="1157" y="397"/>
                  </a:lnTo>
                  <a:lnTo>
                    <a:pt x="1112" y="389"/>
                  </a:lnTo>
                  <a:lnTo>
                    <a:pt x="1067" y="377"/>
                  </a:lnTo>
                  <a:lnTo>
                    <a:pt x="1024" y="358"/>
                  </a:lnTo>
                  <a:lnTo>
                    <a:pt x="982" y="336"/>
                  </a:lnTo>
                  <a:lnTo>
                    <a:pt x="945" y="308"/>
                  </a:lnTo>
                  <a:lnTo>
                    <a:pt x="909" y="277"/>
                  </a:lnTo>
                  <a:lnTo>
                    <a:pt x="885" y="255"/>
                  </a:lnTo>
                  <a:lnTo>
                    <a:pt x="858" y="239"/>
                  </a:lnTo>
                  <a:lnTo>
                    <a:pt x="829" y="228"/>
                  </a:lnTo>
                  <a:lnTo>
                    <a:pt x="798" y="220"/>
                  </a:lnTo>
                  <a:lnTo>
                    <a:pt x="767" y="218"/>
                  </a:lnTo>
                  <a:lnTo>
                    <a:pt x="735" y="220"/>
                  </a:lnTo>
                  <a:lnTo>
                    <a:pt x="705" y="228"/>
                  </a:lnTo>
                  <a:lnTo>
                    <a:pt x="675" y="239"/>
                  </a:lnTo>
                  <a:lnTo>
                    <a:pt x="649" y="255"/>
                  </a:lnTo>
                  <a:lnTo>
                    <a:pt x="624" y="277"/>
                  </a:lnTo>
                  <a:lnTo>
                    <a:pt x="590" y="307"/>
                  </a:lnTo>
                  <a:lnTo>
                    <a:pt x="554" y="334"/>
                  </a:lnTo>
                  <a:lnTo>
                    <a:pt x="515" y="355"/>
                  </a:lnTo>
                  <a:lnTo>
                    <a:pt x="476" y="372"/>
                  </a:lnTo>
                  <a:lnTo>
                    <a:pt x="434" y="386"/>
                  </a:lnTo>
                  <a:lnTo>
                    <a:pt x="392" y="395"/>
                  </a:lnTo>
                  <a:lnTo>
                    <a:pt x="350" y="399"/>
                  </a:lnTo>
                  <a:lnTo>
                    <a:pt x="306" y="399"/>
                  </a:lnTo>
                  <a:lnTo>
                    <a:pt x="263" y="395"/>
                  </a:lnTo>
                  <a:lnTo>
                    <a:pt x="221" y="386"/>
                  </a:lnTo>
                  <a:lnTo>
                    <a:pt x="180" y="372"/>
                  </a:lnTo>
                  <a:lnTo>
                    <a:pt x="140" y="355"/>
                  </a:lnTo>
                  <a:lnTo>
                    <a:pt x="101" y="334"/>
                  </a:lnTo>
                  <a:lnTo>
                    <a:pt x="66" y="307"/>
                  </a:lnTo>
                  <a:lnTo>
                    <a:pt x="31" y="277"/>
                  </a:lnTo>
                  <a:lnTo>
                    <a:pt x="18" y="260"/>
                  </a:lnTo>
                  <a:lnTo>
                    <a:pt x="8" y="240"/>
                  </a:lnTo>
                  <a:lnTo>
                    <a:pt x="2" y="221"/>
                  </a:lnTo>
                  <a:lnTo>
                    <a:pt x="0" y="199"/>
                  </a:lnTo>
                  <a:lnTo>
                    <a:pt x="2" y="179"/>
                  </a:lnTo>
                  <a:lnTo>
                    <a:pt x="8" y="159"/>
                  </a:lnTo>
                  <a:lnTo>
                    <a:pt x="18" y="139"/>
                  </a:lnTo>
                  <a:lnTo>
                    <a:pt x="31" y="123"/>
                  </a:lnTo>
                  <a:lnTo>
                    <a:pt x="48" y="109"/>
                  </a:lnTo>
                  <a:lnTo>
                    <a:pt x="68" y="99"/>
                  </a:lnTo>
                  <a:lnTo>
                    <a:pt x="87" y="93"/>
                  </a:lnTo>
                  <a:lnTo>
                    <a:pt x="108" y="91"/>
                  </a:lnTo>
                  <a:lnTo>
                    <a:pt x="129" y="93"/>
                  </a:lnTo>
                  <a:lnTo>
                    <a:pt x="149" y="99"/>
                  </a:lnTo>
                  <a:lnTo>
                    <a:pt x="168" y="109"/>
                  </a:lnTo>
                  <a:lnTo>
                    <a:pt x="186" y="123"/>
                  </a:lnTo>
                  <a:lnTo>
                    <a:pt x="209" y="144"/>
                  </a:lnTo>
                  <a:lnTo>
                    <a:pt x="237" y="160"/>
                  </a:lnTo>
                  <a:lnTo>
                    <a:pt x="265" y="172"/>
                  </a:lnTo>
                  <a:lnTo>
                    <a:pt x="296" y="179"/>
                  </a:lnTo>
                  <a:lnTo>
                    <a:pt x="328" y="181"/>
                  </a:lnTo>
                  <a:lnTo>
                    <a:pt x="360" y="179"/>
                  </a:lnTo>
                  <a:lnTo>
                    <a:pt x="390" y="172"/>
                  </a:lnTo>
                  <a:lnTo>
                    <a:pt x="419" y="160"/>
                  </a:lnTo>
                  <a:lnTo>
                    <a:pt x="446" y="144"/>
                  </a:lnTo>
                  <a:lnTo>
                    <a:pt x="471" y="123"/>
                  </a:lnTo>
                  <a:lnTo>
                    <a:pt x="505" y="91"/>
                  </a:lnTo>
                  <a:lnTo>
                    <a:pt x="544" y="64"/>
                  </a:lnTo>
                  <a:lnTo>
                    <a:pt x="585" y="41"/>
                  </a:lnTo>
                  <a:lnTo>
                    <a:pt x="628" y="23"/>
                  </a:lnTo>
                  <a:lnTo>
                    <a:pt x="673" y="10"/>
                  </a:lnTo>
                  <a:lnTo>
                    <a:pt x="719" y="2"/>
                  </a:lnTo>
                  <a:lnTo>
                    <a:pt x="7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sp>
          <p:nvSpPr>
            <p:cNvPr id="9" name="Freeform 21">
              <a:extLst>
                <a:ext uri="{FF2B5EF4-FFF2-40B4-BE49-F238E27FC236}">
                  <a16:creationId xmlns:a16="http://schemas.microsoft.com/office/drawing/2014/main" id="{EC105307-1E83-6362-C60B-4C74BDDA5DF6}"/>
                </a:ext>
              </a:extLst>
            </p:cNvPr>
            <p:cNvSpPr>
              <a:spLocks/>
            </p:cNvSpPr>
            <p:nvPr/>
          </p:nvSpPr>
          <p:spPr bwMode="auto">
            <a:xfrm>
              <a:off x="900113" y="1649413"/>
              <a:ext cx="119063" cy="206375"/>
            </a:xfrm>
            <a:custGeom>
              <a:avLst/>
              <a:gdLst>
                <a:gd name="T0" fmla="*/ 924 w 1736"/>
                <a:gd name="T1" fmla="*/ 11 h 2975"/>
                <a:gd name="T2" fmla="*/ 1055 w 1736"/>
                <a:gd name="T3" fmla="*/ 66 h 2975"/>
                <a:gd name="T4" fmla="*/ 1127 w 1736"/>
                <a:gd name="T5" fmla="*/ 133 h 2975"/>
                <a:gd name="T6" fmla="*/ 1151 w 1736"/>
                <a:gd name="T7" fmla="*/ 203 h 2975"/>
                <a:gd name="T8" fmla="*/ 1140 w 1736"/>
                <a:gd name="T9" fmla="*/ 276 h 2975"/>
                <a:gd name="T10" fmla="*/ 1620 w 1736"/>
                <a:gd name="T11" fmla="*/ 453 h 2975"/>
                <a:gd name="T12" fmla="*/ 1688 w 1736"/>
                <a:gd name="T13" fmla="*/ 470 h 2975"/>
                <a:gd name="T14" fmla="*/ 1731 w 1736"/>
                <a:gd name="T15" fmla="*/ 525 h 2975"/>
                <a:gd name="T16" fmla="*/ 1730 w 1736"/>
                <a:gd name="T17" fmla="*/ 596 h 2975"/>
                <a:gd name="T18" fmla="*/ 1686 w 1736"/>
                <a:gd name="T19" fmla="*/ 649 h 2975"/>
                <a:gd name="T20" fmla="*/ 1189 w 1736"/>
                <a:gd name="T21" fmla="*/ 708 h 2975"/>
                <a:gd name="T22" fmla="*/ 1125 w 1736"/>
                <a:gd name="T23" fmla="*/ 692 h 2975"/>
                <a:gd name="T24" fmla="*/ 830 w 1736"/>
                <a:gd name="T25" fmla="*/ 283 h 2975"/>
                <a:gd name="T26" fmla="*/ 995 w 1736"/>
                <a:gd name="T27" fmla="*/ 961 h 2975"/>
                <a:gd name="T28" fmla="*/ 1037 w 1736"/>
                <a:gd name="T29" fmla="*/ 1011 h 2975"/>
                <a:gd name="T30" fmla="*/ 1048 w 1736"/>
                <a:gd name="T31" fmla="*/ 1074 h 2975"/>
                <a:gd name="T32" fmla="*/ 1028 w 1736"/>
                <a:gd name="T33" fmla="*/ 1135 h 2975"/>
                <a:gd name="T34" fmla="*/ 589 w 1736"/>
                <a:gd name="T35" fmla="*/ 1599 h 2975"/>
                <a:gd name="T36" fmla="*/ 946 w 1736"/>
                <a:gd name="T37" fmla="*/ 1605 h 2975"/>
                <a:gd name="T38" fmla="*/ 1006 w 1736"/>
                <a:gd name="T39" fmla="*/ 1644 h 2975"/>
                <a:gd name="T40" fmla="*/ 1031 w 1736"/>
                <a:gd name="T41" fmla="*/ 1712 h 2975"/>
                <a:gd name="T42" fmla="*/ 1006 w 1736"/>
                <a:gd name="T43" fmla="*/ 1780 h 2975"/>
                <a:gd name="T44" fmla="*/ 946 w 1736"/>
                <a:gd name="T45" fmla="*/ 1818 h 2975"/>
                <a:gd name="T46" fmla="*/ 218 w 1736"/>
                <a:gd name="T47" fmla="*/ 2115 h 2975"/>
                <a:gd name="T48" fmla="*/ 586 w 1736"/>
                <a:gd name="T49" fmla="*/ 2126 h 2975"/>
                <a:gd name="T50" fmla="*/ 609 w 1736"/>
                <a:gd name="T51" fmla="*/ 2172 h 2975"/>
                <a:gd name="T52" fmla="*/ 598 w 1736"/>
                <a:gd name="T53" fmla="*/ 2951 h 2975"/>
                <a:gd name="T54" fmla="*/ 552 w 1736"/>
                <a:gd name="T55" fmla="*/ 2975 h 2975"/>
                <a:gd name="T56" fmla="*/ 22 w 1736"/>
                <a:gd name="T57" fmla="*/ 2964 h 2975"/>
                <a:gd name="T58" fmla="*/ 0 w 1736"/>
                <a:gd name="T59" fmla="*/ 2918 h 2975"/>
                <a:gd name="T60" fmla="*/ 10 w 1736"/>
                <a:gd name="T61" fmla="*/ 1664 h 2975"/>
                <a:gd name="T62" fmla="*/ 61 w 1736"/>
                <a:gd name="T63" fmla="*/ 1613 h 2975"/>
                <a:gd name="T64" fmla="*/ 416 w 1736"/>
                <a:gd name="T65" fmla="*/ 1603 h 2975"/>
                <a:gd name="T66" fmla="*/ 384 w 1736"/>
                <a:gd name="T67" fmla="*/ 1559 h 2975"/>
                <a:gd name="T68" fmla="*/ 375 w 1736"/>
                <a:gd name="T69" fmla="*/ 1487 h 2975"/>
                <a:gd name="T70" fmla="*/ 408 w 1736"/>
                <a:gd name="T71" fmla="*/ 1421 h 2975"/>
                <a:gd name="T72" fmla="*/ 391 w 1736"/>
                <a:gd name="T73" fmla="*/ 842 h 2975"/>
                <a:gd name="T74" fmla="*/ 334 w 1736"/>
                <a:gd name="T75" fmla="*/ 799 h 2975"/>
                <a:gd name="T76" fmla="*/ 296 w 1736"/>
                <a:gd name="T77" fmla="*/ 756 h 2975"/>
                <a:gd name="T78" fmla="*/ 268 w 1736"/>
                <a:gd name="T79" fmla="*/ 683 h 2975"/>
                <a:gd name="T80" fmla="*/ 258 w 1736"/>
                <a:gd name="T81" fmla="*/ 578 h 2975"/>
                <a:gd name="T82" fmla="*/ 290 w 1736"/>
                <a:gd name="T83" fmla="*/ 479 h 2975"/>
                <a:gd name="T84" fmla="*/ 528 w 1736"/>
                <a:gd name="T85" fmla="*/ 140 h 2975"/>
                <a:gd name="T86" fmla="*/ 624 w 1736"/>
                <a:gd name="T87" fmla="*/ 59 h 2975"/>
                <a:gd name="T88" fmla="*/ 740 w 1736"/>
                <a:gd name="T89" fmla="*/ 12 h 2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36" h="2975">
                  <a:moveTo>
                    <a:pt x="829" y="0"/>
                  </a:moveTo>
                  <a:lnTo>
                    <a:pt x="877" y="3"/>
                  </a:lnTo>
                  <a:lnTo>
                    <a:pt x="924" y="11"/>
                  </a:lnTo>
                  <a:lnTo>
                    <a:pt x="970" y="24"/>
                  </a:lnTo>
                  <a:lnTo>
                    <a:pt x="1013" y="42"/>
                  </a:lnTo>
                  <a:lnTo>
                    <a:pt x="1055" y="66"/>
                  </a:lnTo>
                  <a:lnTo>
                    <a:pt x="1094" y="94"/>
                  </a:lnTo>
                  <a:lnTo>
                    <a:pt x="1112" y="112"/>
                  </a:lnTo>
                  <a:lnTo>
                    <a:pt x="1127" y="133"/>
                  </a:lnTo>
                  <a:lnTo>
                    <a:pt x="1139" y="155"/>
                  </a:lnTo>
                  <a:lnTo>
                    <a:pt x="1147" y="179"/>
                  </a:lnTo>
                  <a:lnTo>
                    <a:pt x="1151" y="203"/>
                  </a:lnTo>
                  <a:lnTo>
                    <a:pt x="1151" y="227"/>
                  </a:lnTo>
                  <a:lnTo>
                    <a:pt x="1147" y="252"/>
                  </a:lnTo>
                  <a:lnTo>
                    <a:pt x="1140" y="276"/>
                  </a:lnTo>
                  <a:lnTo>
                    <a:pt x="978" y="126"/>
                  </a:lnTo>
                  <a:lnTo>
                    <a:pt x="1231" y="490"/>
                  </a:lnTo>
                  <a:lnTo>
                    <a:pt x="1620" y="453"/>
                  </a:lnTo>
                  <a:lnTo>
                    <a:pt x="1644" y="453"/>
                  </a:lnTo>
                  <a:lnTo>
                    <a:pt x="1668" y="459"/>
                  </a:lnTo>
                  <a:lnTo>
                    <a:pt x="1688" y="470"/>
                  </a:lnTo>
                  <a:lnTo>
                    <a:pt x="1706" y="485"/>
                  </a:lnTo>
                  <a:lnTo>
                    <a:pt x="1721" y="503"/>
                  </a:lnTo>
                  <a:lnTo>
                    <a:pt x="1731" y="525"/>
                  </a:lnTo>
                  <a:lnTo>
                    <a:pt x="1736" y="548"/>
                  </a:lnTo>
                  <a:lnTo>
                    <a:pt x="1735" y="572"/>
                  </a:lnTo>
                  <a:lnTo>
                    <a:pt x="1730" y="596"/>
                  </a:lnTo>
                  <a:lnTo>
                    <a:pt x="1718" y="616"/>
                  </a:lnTo>
                  <a:lnTo>
                    <a:pt x="1704" y="634"/>
                  </a:lnTo>
                  <a:lnTo>
                    <a:pt x="1686" y="649"/>
                  </a:lnTo>
                  <a:lnTo>
                    <a:pt x="1665" y="659"/>
                  </a:lnTo>
                  <a:lnTo>
                    <a:pt x="1640" y="664"/>
                  </a:lnTo>
                  <a:lnTo>
                    <a:pt x="1189" y="708"/>
                  </a:lnTo>
                  <a:lnTo>
                    <a:pt x="1167" y="707"/>
                  </a:lnTo>
                  <a:lnTo>
                    <a:pt x="1145" y="702"/>
                  </a:lnTo>
                  <a:lnTo>
                    <a:pt x="1125" y="692"/>
                  </a:lnTo>
                  <a:lnTo>
                    <a:pt x="1107" y="679"/>
                  </a:lnTo>
                  <a:lnTo>
                    <a:pt x="1092" y="662"/>
                  </a:lnTo>
                  <a:lnTo>
                    <a:pt x="830" y="283"/>
                  </a:lnTo>
                  <a:lnTo>
                    <a:pt x="929" y="540"/>
                  </a:lnTo>
                  <a:lnTo>
                    <a:pt x="734" y="776"/>
                  </a:lnTo>
                  <a:lnTo>
                    <a:pt x="995" y="961"/>
                  </a:lnTo>
                  <a:lnTo>
                    <a:pt x="1012" y="975"/>
                  </a:lnTo>
                  <a:lnTo>
                    <a:pt x="1026" y="992"/>
                  </a:lnTo>
                  <a:lnTo>
                    <a:pt x="1037" y="1011"/>
                  </a:lnTo>
                  <a:lnTo>
                    <a:pt x="1044" y="1031"/>
                  </a:lnTo>
                  <a:lnTo>
                    <a:pt x="1048" y="1053"/>
                  </a:lnTo>
                  <a:lnTo>
                    <a:pt x="1048" y="1074"/>
                  </a:lnTo>
                  <a:lnTo>
                    <a:pt x="1045" y="1095"/>
                  </a:lnTo>
                  <a:lnTo>
                    <a:pt x="1038" y="1117"/>
                  </a:lnTo>
                  <a:lnTo>
                    <a:pt x="1028" y="1135"/>
                  </a:lnTo>
                  <a:lnTo>
                    <a:pt x="1013" y="1152"/>
                  </a:lnTo>
                  <a:lnTo>
                    <a:pt x="593" y="1596"/>
                  </a:lnTo>
                  <a:lnTo>
                    <a:pt x="589" y="1599"/>
                  </a:lnTo>
                  <a:lnTo>
                    <a:pt x="585" y="1603"/>
                  </a:lnTo>
                  <a:lnTo>
                    <a:pt x="922" y="1603"/>
                  </a:lnTo>
                  <a:lnTo>
                    <a:pt x="946" y="1605"/>
                  </a:lnTo>
                  <a:lnTo>
                    <a:pt x="970" y="1613"/>
                  </a:lnTo>
                  <a:lnTo>
                    <a:pt x="990" y="1627"/>
                  </a:lnTo>
                  <a:lnTo>
                    <a:pt x="1006" y="1644"/>
                  </a:lnTo>
                  <a:lnTo>
                    <a:pt x="1019" y="1664"/>
                  </a:lnTo>
                  <a:lnTo>
                    <a:pt x="1028" y="1687"/>
                  </a:lnTo>
                  <a:lnTo>
                    <a:pt x="1031" y="1712"/>
                  </a:lnTo>
                  <a:lnTo>
                    <a:pt x="1028" y="1736"/>
                  </a:lnTo>
                  <a:lnTo>
                    <a:pt x="1019" y="1760"/>
                  </a:lnTo>
                  <a:lnTo>
                    <a:pt x="1006" y="1780"/>
                  </a:lnTo>
                  <a:lnTo>
                    <a:pt x="990" y="1796"/>
                  </a:lnTo>
                  <a:lnTo>
                    <a:pt x="970" y="1810"/>
                  </a:lnTo>
                  <a:lnTo>
                    <a:pt x="946" y="1818"/>
                  </a:lnTo>
                  <a:lnTo>
                    <a:pt x="922" y="1821"/>
                  </a:lnTo>
                  <a:lnTo>
                    <a:pt x="218" y="1821"/>
                  </a:lnTo>
                  <a:lnTo>
                    <a:pt x="218" y="2115"/>
                  </a:lnTo>
                  <a:lnTo>
                    <a:pt x="552" y="2115"/>
                  </a:lnTo>
                  <a:lnTo>
                    <a:pt x="571" y="2118"/>
                  </a:lnTo>
                  <a:lnTo>
                    <a:pt x="586" y="2126"/>
                  </a:lnTo>
                  <a:lnTo>
                    <a:pt x="598" y="2138"/>
                  </a:lnTo>
                  <a:lnTo>
                    <a:pt x="606" y="2154"/>
                  </a:lnTo>
                  <a:lnTo>
                    <a:pt x="609" y="2172"/>
                  </a:lnTo>
                  <a:lnTo>
                    <a:pt x="609" y="2918"/>
                  </a:lnTo>
                  <a:lnTo>
                    <a:pt x="606" y="2936"/>
                  </a:lnTo>
                  <a:lnTo>
                    <a:pt x="598" y="2951"/>
                  </a:lnTo>
                  <a:lnTo>
                    <a:pt x="586" y="2964"/>
                  </a:lnTo>
                  <a:lnTo>
                    <a:pt x="571" y="2972"/>
                  </a:lnTo>
                  <a:lnTo>
                    <a:pt x="552" y="2975"/>
                  </a:lnTo>
                  <a:lnTo>
                    <a:pt x="56" y="2975"/>
                  </a:lnTo>
                  <a:lnTo>
                    <a:pt x="39" y="2972"/>
                  </a:lnTo>
                  <a:lnTo>
                    <a:pt x="22" y="2964"/>
                  </a:lnTo>
                  <a:lnTo>
                    <a:pt x="10" y="2951"/>
                  </a:lnTo>
                  <a:lnTo>
                    <a:pt x="2" y="2936"/>
                  </a:lnTo>
                  <a:lnTo>
                    <a:pt x="0" y="2918"/>
                  </a:lnTo>
                  <a:lnTo>
                    <a:pt x="0" y="1712"/>
                  </a:lnTo>
                  <a:lnTo>
                    <a:pt x="2" y="1687"/>
                  </a:lnTo>
                  <a:lnTo>
                    <a:pt x="10" y="1664"/>
                  </a:lnTo>
                  <a:lnTo>
                    <a:pt x="23" y="1644"/>
                  </a:lnTo>
                  <a:lnTo>
                    <a:pt x="41" y="1627"/>
                  </a:lnTo>
                  <a:lnTo>
                    <a:pt x="61" y="1613"/>
                  </a:lnTo>
                  <a:lnTo>
                    <a:pt x="83" y="1605"/>
                  </a:lnTo>
                  <a:lnTo>
                    <a:pt x="109" y="1603"/>
                  </a:lnTo>
                  <a:lnTo>
                    <a:pt x="416" y="1603"/>
                  </a:lnTo>
                  <a:lnTo>
                    <a:pt x="413" y="1600"/>
                  </a:lnTo>
                  <a:lnTo>
                    <a:pt x="396" y="1581"/>
                  </a:lnTo>
                  <a:lnTo>
                    <a:pt x="384" y="1559"/>
                  </a:lnTo>
                  <a:lnTo>
                    <a:pt x="376" y="1536"/>
                  </a:lnTo>
                  <a:lnTo>
                    <a:pt x="373" y="1512"/>
                  </a:lnTo>
                  <a:lnTo>
                    <a:pt x="375" y="1487"/>
                  </a:lnTo>
                  <a:lnTo>
                    <a:pt x="382" y="1464"/>
                  </a:lnTo>
                  <a:lnTo>
                    <a:pt x="393" y="1441"/>
                  </a:lnTo>
                  <a:lnTo>
                    <a:pt x="408" y="1421"/>
                  </a:lnTo>
                  <a:lnTo>
                    <a:pt x="728" y="1083"/>
                  </a:lnTo>
                  <a:lnTo>
                    <a:pt x="416" y="861"/>
                  </a:lnTo>
                  <a:lnTo>
                    <a:pt x="391" y="842"/>
                  </a:lnTo>
                  <a:lnTo>
                    <a:pt x="369" y="827"/>
                  </a:lnTo>
                  <a:lnTo>
                    <a:pt x="350" y="812"/>
                  </a:lnTo>
                  <a:lnTo>
                    <a:pt x="334" y="799"/>
                  </a:lnTo>
                  <a:lnTo>
                    <a:pt x="319" y="786"/>
                  </a:lnTo>
                  <a:lnTo>
                    <a:pt x="307" y="772"/>
                  </a:lnTo>
                  <a:lnTo>
                    <a:pt x="296" y="756"/>
                  </a:lnTo>
                  <a:lnTo>
                    <a:pt x="286" y="736"/>
                  </a:lnTo>
                  <a:lnTo>
                    <a:pt x="277" y="713"/>
                  </a:lnTo>
                  <a:lnTo>
                    <a:pt x="268" y="683"/>
                  </a:lnTo>
                  <a:lnTo>
                    <a:pt x="259" y="649"/>
                  </a:lnTo>
                  <a:lnTo>
                    <a:pt x="257" y="614"/>
                  </a:lnTo>
                  <a:lnTo>
                    <a:pt x="258" y="578"/>
                  </a:lnTo>
                  <a:lnTo>
                    <a:pt x="265" y="544"/>
                  </a:lnTo>
                  <a:lnTo>
                    <a:pt x="275" y="510"/>
                  </a:lnTo>
                  <a:lnTo>
                    <a:pt x="290" y="479"/>
                  </a:lnTo>
                  <a:lnTo>
                    <a:pt x="308" y="448"/>
                  </a:lnTo>
                  <a:lnTo>
                    <a:pt x="503" y="172"/>
                  </a:lnTo>
                  <a:lnTo>
                    <a:pt x="528" y="140"/>
                  </a:lnTo>
                  <a:lnTo>
                    <a:pt x="558" y="109"/>
                  </a:lnTo>
                  <a:lnTo>
                    <a:pt x="589" y="83"/>
                  </a:lnTo>
                  <a:lnTo>
                    <a:pt x="624" y="59"/>
                  </a:lnTo>
                  <a:lnTo>
                    <a:pt x="660" y="40"/>
                  </a:lnTo>
                  <a:lnTo>
                    <a:pt x="699" y="24"/>
                  </a:lnTo>
                  <a:lnTo>
                    <a:pt x="740" y="12"/>
                  </a:lnTo>
                  <a:lnTo>
                    <a:pt x="780" y="5"/>
                  </a:lnTo>
                  <a:lnTo>
                    <a:pt x="8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id-ID">
                <a:latin typeface="Nunito" pitchFamily="2" charset="0"/>
              </a:endParaRPr>
            </a:p>
          </p:txBody>
        </p:sp>
      </p:grpSp>
    </p:spTree>
    <p:extLst>
      <p:ext uri="{BB962C8B-B14F-4D97-AF65-F5344CB8AC3E}">
        <p14:creationId xmlns:p14="http://schemas.microsoft.com/office/powerpoint/2010/main" val="97327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anim calcmode="lin" valueType="num">
                                      <p:cBhvr>
                                        <p:cTn id="18" dur="500" fill="hold"/>
                                        <p:tgtEl>
                                          <p:spTgt spid="41"/>
                                        </p:tgtEl>
                                        <p:attrNameLst>
                                          <p:attrName>ppt_x</p:attrName>
                                        </p:attrNameLst>
                                      </p:cBhvr>
                                      <p:tavLst>
                                        <p:tav tm="0">
                                          <p:val>
                                            <p:strVal val="#ppt_x"/>
                                          </p:val>
                                        </p:tav>
                                        <p:tav tm="100000">
                                          <p:val>
                                            <p:strVal val="#ppt_x"/>
                                          </p:val>
                                        </p:tav>
                                      </p:tavLst>
                                    </p:anim>
                                    <p:anim calcmode="lin" valueType="num">
                                      <p:cBhvr>
                                        <p:cTn id="19" dur="500" fill="hold"/>
                                        <p:tgtEl>
                                          <p:spTgt spid="41"/>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p:cTn id="23" dur="500" fill="hold"/>
                                        <p:tgtEl>
                                          <p:spTgt spid="52"/>
                                        </p:tgtEl>
                                        <p:attrNameLst>
                                          <p:attrName>ppt_w</p:attrName>
                                        </p:attrNameLst>
                                      </p:cBhvr>
                                      <p:tavLst>
                                        <p:tav tm="0">
                                          <p:val>
                                            <p:fltVal val="0"/>
                                          </p:val>
                                        </p:tav>
                                        <p:tav tm="100000">
                                          <p:val>
                                            <p:strVal val="#ppt_w"/>
                                          </p:val>
                                        </p:tav>
                                      </p:tavLst>
                                    </p:anim>
                                    <p:anim calcmode="lin" valueType="num">
                                      <p:cBhvr>
                                        <p:cTn id="24" dur="500" fill="hold"/>
                                        <p:tgtEl>
                                          <p:spTgt spid="52"/>
                                        </p:tgtEl>
                                        <p:attrNameLst>
                                          <p:attrName>ppt_h</p:attrName>
                                        </p:attrNameLst>
                                      </p:cBhvr>
                                      <p:tavLst>
                                        <p:tav tm="0">
                                          <p:val>
                                            <p:fltVal val="0"/>
                                          </p:val>
                                        </p:tav>
                                        <p:tav tm="100000">
                                          <p:val>
                                            <p:strVal val="#ppt_h"/>
                                          </p:val>
                                        </p:tav>
                                      </p:tavLst>
                                    </p:anim>
                                    <p:animEffect transition="in" filter="fade">
                                      <p:cBhvr>
                                        <p:cTn id="25" dur="500"/>
                                        <p:tgtEl>
                                          <p:spTgt spid="5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left)">
                                      <p:cBhvr>
                                        <p:cTn id="29" dur="500"/>
                                        <p:tgtEl>
                                          <p:spTgt spid="44"/>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750"/>
                                        <p:tgtEl>
                                          <p:spTgt spid="43"/>
                                        </p:tgtEl>
                                      </p:cBhvr>
                                    </p:animEffect>
                                    <p:anim calcmode="lin" valueType="num">
                                      <p:cBhvr>
                                        <p:cTn id="34" dur="750" fill="hold"/>
                                        <p:tgtEl>
                                          <p:spTgt spid="43"/>
                                        </p:tgtEl>
                                        <p:attrNameLst>
                                          <p:attrName>ppt_x</p:attrName>
                                        </p:attrNameLst>
                                      </p:cBhvr>
                                      <p:tavLst>
                                        <p:tav tm="0">
                                          <p:val>
                                            <p:strVal val="#ppt_x"/>
                                          </p:val>
                                        </p:tav>
                                        <p:tav tm="100000">
                                          <p:val>
                                            <p:strVal val="#ppt_x"/>
                                          </p:val>
                                        </p:tav>
                                      </p:tavLst>
                                    </p:anim>
                                    <p:anim calcmode="lin" valueType="num">
                                      <p:cBhvr>
                                        <p:cTn id="35" dur="750" fill="hold"/>
                                        <p:tgtEl>
                                          <p:spTgt spid="43"/>
                                        </p:tgtEl>
                                        <p:attrNameLst>
                                          <p:attrName>ppt_y</p:attrName>
                                        </p:attrNameLst>
                                      </p:cBhvr>
                                      <p:tavLst>
                                        <p:tav tm="0">
                                          <p:val>
                                            <p:strVal val="#ppt_y+.1"/>
                                          </p:val>
                                        </p:tav>
                                        <p:tav tm="100000">
                                          <p:val>
                                            <p:strVal val="#ppt_y"/>
                                          </p:val>
                                        </p:tav>
                                      </p:tavLst>
                                    </p:anim>
                                  </p:childTnLst>
                                </p:cTn>
                              </p:par>
                            </p:childTnLst>
                          </p:cTn>
                        </p:par>
                        <p:par>
                          <p:cTn id="36" fill="hold">
                            <p:stCondLst>
                              <p:cond delay="3250"/>
                            </p:stCondLst>
                            <p:childTnLst>
                              <p:par>
                                <p:cTn id="37" presetID="53" presetClass="entr" presetSubtype="16" fill="hold" nodeType="after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p:cTn id="39" dur="500" fill="hold"/>
                                        <p:tgtEl>
                                          <p:spTgt spid="60"/>
                                        </p:tgtEl>
                                        <p:attrNameLst>
                                          <p:attrName>ppt_w</p:attrName>
                                        </p:attrNameLst>
                                      </p:cBhvr>
                                      <p:tavLst>
                                        <p:tav tm="0">
                                          <p:val>
                                            <p:fltVal val="0"/>
                                          </p:val>
                                        </p:tav>
                                        <p:tav tm="100000">
                                          <p:val>
                                            <p:strVal val="#ppt_w"/>
                                          </p:val>
                                        </p:tav>
                                      </p:tavLst>
                                    </p:anim>
                                    <p:anim calcmode="lin" valueType="num">
                                      <p:cBhvr>
                                        <p:cTn id="40" dur="500" fill="hold"/>
                                        <p:tgtEl>
                                          <p:spTgt spid="60"/>
                                        </p:tgtEl>
                                        <p:attrNameLst>
                                          <p:attrName>ppt_h</p:attrName>
                                        </p:attrNameLst>
                                      </p:cBhvr>
                                      <p:tavLst>
                                        <p:tav tm="0">
                                          <p:val>
                                            <p:fltVal val="0"/>
                                          </p:val>
                                        </p:tav>
                                        <p:tav tm="100000">
                                          <p:val>
                                            <p:strVal val="#ppt_h"/>
                                          </p:val>
                                        </p:tav>
                                      </p:tavLst>
                                    </p:anim>
                                    <p:animEffect transition="in" filter="fade">
                                      <p:cBhvr>
                                        <p:cTn id="41" dur="500"/>
                                        <p:tgtEl>
                                          <p:spTgt spid="60"/>
                                        </p:tgtEl>
                                      </p:cBhvr>
                                    </p:animEffect>
                                  </p:childTnLst>
                                </p:cTn>
                              </p:par>
                            </p:childTnLst>
                          </p:cTn>
                        </p:par>
                        <p:par>
                          <p:cTn id="42" fill="hold">
                            <p:stCondLst>
                              <p:cond delay="3750"/>
                            </p:stCondLst>
                            <p:childTnLst>
                              <p:par>
                                <p:cTn id="43" presetID="22" presetClass="entr" presetSubtype="8" fill="hold" grpId="0" nodeType="after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wipe(left)">
                                      <p:cBhvr>
                                        <p:cTn id="45" dur="500"/>
                                        <p:tgtEl>
                                          <p:spTgt spid="46"/>
                                        </p:tgtEl>
                                      </p:cBhvr>
                                    </p:animEffect>
                                  </p:childTnLst>
                                </p:cTn>
                              </p:par>
                            </p:childTnLst>
                          </p:cTn>
                        </p:par>
                        <p:par>
                          <p:cTn id="46" fill="hold">
                            <p:stCondLst>
                              <p:cond delay="4250"/>
                            </p:stCondLst>
                            <p:childTnLst>
                              <p:par>
                                <p:cTn id="47" presetID="42" presetClass="entr" presetSubtype="0" fill="hold" grpId="0" nodeType="after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500"/>
                                        <p:tgtEl>
                                          <p:spTgt spid="45"/>
                                        </p:tgtEl>
                                      </p:cBhvr>
                                    </p:animEffect>
                                    <p:anim calcmode="lin" valueType="num">
                                      <p:cBhvr>
                                        <p:cTn id="50" dur="500" fill="hold"/>
                                        <p:tgtEl>
                                          <p:spTgt spid="45"/>
                                        </p:tgtEl>
                                        <p:attrNameLst>
                                          <p:attrName>ppt_x</p:attrName>
                                        </p:attrNameLst>
                                      </p:cBhvr>
                                      <p:tavLst>
                                        <p:tav tm="0">
                                          <p:val>
                                            <p:strVal val="#ppt_x"/>
                                          </p:val>
                                        </p:tav>
                                        <p:tav tm="100000">
                                          <p:val>
                                            <p:strVal val="#ppt_x"/>
                                          </p:val>
                                        </p:tav>
                                      </p:tavLst>
                                    </p:anim>
                                    <p:anim calcmode="lin" valueType="num">
                                      <p:cBhvr>
                                        <p:cTn id="51" dur="500" fill="hold"/>
                                        <p:tgtEl>
                                          <p:spTgt spid="45"/>
                                        </p:tgtEl>
                                        <p:attrNameLst>
                                          <p:attrName>ppt_y</p:attrName>
                                        </p:attrNameLst>
                                      </p:cBhvr>
                                      <p:tavLst>
                                        <p:tav tm="0">
                                          <p:val>
                                            <p:strVal val="#ppt_y+.1"/>
                                          </p:val>
                                        </p:tav>
                                        <p:tav tm="100000">
                                          <p:val>
                                            <p:strVal val="#ppt_y"/>
                                          </p:val>
                                        </p:tav>
                                      </p:tavLst>
                                    </p:anim>
                                  </p:childTnLst>
                                </p:cTn>
                              </p:par>
                            </p:childTnLst>
                          </p:cTn>
                        </p:par>
                        <p:par>
                          <p:cTn id="52" fill="hold">
                            <p:stCondLst>
                              <p:cond delay="4750"/>
                            </p:stCondLst>
                            <p:childTnLst>
                              <p:par>
                                <p:cTn id="53" presetID="53" presetClass="entr" presetSubtype="16" fill="hold" nodeType="afterEffect">
                                  <p:stCondLst>
                                    <p:cond delay="0"/>
                                  </p:stCondLst>
                                  <p:childTnLst>
                                    <p:set>
                                      <p:cBhvr>
                                        <p:cTn id="54" dur="1" fill="hold">
                                          <p:stCondLst>
                                            <p:cond delay="0"/>
                                          </p:stCondLst>
                                        </p:cTn>
                                        <p:tgtEl>
                                          <p:spTgt spid="77"/>
                                        </p:tgtEl>
                                        <p:attrNameLst>
                                          <p:attrName>style.visibility</p:attrName>
                                        </p:attrNameLst>
                                      </p:cBhvr>
                                      <p:to>
                                        <p:strVal val="visible"/>
                                      </p:to>
                                    </p:set>
                                    <p:anim calcmode="lin" valueType="num">
                                      <p:cBhvr>
                                        <p:cTn id="55" dur="500" fill="hold"/>
                                        <p:tgtEl>
                                          <p:spTgt spid="77"/>
                                        </p:tgtEl>
                                        <p:attrNameLst>
                                          <p:attrName>ppt_w</p:attrName>
                                        </p:attrNameLst>
                                      </p:cBhvr>
                                      <p:tavLst>
                                        <p:tav tm="0">
                                          <p:val>
                                            <p:fltVal val="0"/>
                                          </p:val>
                                        </p:tav>
                                        <p:tav tm="100000">
                                          <p:val>
                                            <p:strVal val="#ppt_w"/>
                                          </p:val>
                                        </p:tav>
                                      </p:tavLst>
                                    </p:anim>
                                    <p:anim calcmode="lin" valueType="num">
                                      <p:cBhvr>
                                        <p:cTn id="56" dur="500" fill="hold"/>
                                        <p:tgtEl>
                                          <p:spTgt spid="77"/>
                                        </p:tgtEl>
                                        <p:attrNameLst>
                                          <p:attrName>ppt_h</p:attrName>
                                        </p:attrNameLst>
                                      </p:cBhvr>
                                      <p:tavLst>
                                        <p:tav tm="0">
                                          <p:val>
                                            <p:fltVal val="0"/>
                                          </p:val>
                                        </p:tav>
                                        <p:tav tm="100000">
                                          <p:val>
                                            <p:strVal val="#ppt_h"/>
                                          </p:val>
                                        </p:tav>
                                      </p:tavLst>
                                    </p:anim>
                                    <p:animEffect transition="in" filter="fade">
                                      <p:cBhvr>
                                        <p:cTn id="57" dur="500"/>
                                        <p:tgtEl>
                                          <p:spTgt spid="77"/>
                                        </p:tgtEl>
                                      </p:cBhvr>
                                    </p:animEffect>
                                  </p:childTnLst>
                                </p:cTn>
                              </p:par>
                            </p:childTnLst>
                          </p:cTn>
                        </p:par>
                        <p:par>
                          <p:cTn id="58" fill="hold">
                            <p:stCondLst>
                              <p:cond delay="5250"/>
                            </p:stCondLst>
                            <p:childTnLst>
                              <p:par>
                                <p:cTn id="59" presetID="22" presetClass="entr" presetSubtype="8" fill="hold" grpId="0" nodeType="after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wipe(left)">
                                      <p:cBhvr>
                                        <p:cTn id="61" dur="500"/>
                                        <p:tgtEl>
                                          <p:spTgt spid="64"/>
                                        </p:tgtEl>
                                      </p:cBhvr>
                                    </p:animEffect>
                                  </p:childTnLst>
                                </p:cTn>
                              </p:par>
                            </p:childTnLst>
                          </p:cTn>
                        </p:par>
                        <p:par>
                          <p:cTn id="62" fill="hold">
                            <p:stCondLst>
                              <p:cond delay="5750"/>
                            </p:stCondLst>
                            <p:childTnLst>
                              <p:par>
                                <p:cTn id="63" presetID="22" presetClass="entr" presetSubtype="8" fill="hold" grpId="0" nodeType="after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wipe(left)">
                                      <p:cBhvr>
                                        <p:cTn id="65" dur="500"/>
                                        <p:tgtEl>
                                          <p:spTgt spid="63"/>
                                        </p:tgtEl>
                                      </p:cBhvr>
                                    </p:animEffect>
                                  </p:childTnLst>
                                </p:cTn>
                              </p:par>
                            </p:childTnLst>
                          </p:cTn>
                        </p:par>
                        <p:par>
                          <p:cTn id="66" fill="hold">
                            <p:stCondLst>
                              <p:cond delay="6250"/>
                            </p:stCondLst>
                            <p:childTnLst>
                              <p:par>
                                <p:cTn id="67" presetID="53" presetClass="entr" presetSubtype="16" fill="hold" nodeType="after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p:cTn id="69" dur="500" fill="hold"/>
                                        <p:tgtEl>
                                          <p:spTgt spid="86"/>
                                        </p:tgtEl>
                                        <p:attrNameLst>
                                          <p:attrName>ppt_w</p:attrName>
                                        </p:attrNameLst>
                                      </p:cBhvr>
                                      <p:tavLst>
                                        <p:tav tm="0">
                                          <p:val>
                                            <p:fltVal val="0"/>
                                          </p:val>
                                        </p:tav>
                                        <p:tav tm="100000">
                                          <p:val>
                                            <p:strVal val="#ppt_w"/>
                                          </p:val>
                                        </p:tav>
                                      </p:tavLst>
                                    </p:anim>
                                    <p:anim calcmode="lin" valueType="num">
                                      <p:cBhvr>
                                        <p:cTn id="70" dur="500" fill="hold"/>
                                        <p:tgtEl>
                                          <p:spTgt spid="86"/>
                                        </p:tgtEl>
                                        <p:attrNameLst>
                                          <p:attrName>ppt_h</p:attrName>
                                        </p:attrNameLst>
                                      </p:cBhvr>
                                      <p:tavLst>
                                        <p:tav tm="0">
                                          <p:val>
                                            <p:fltVal val="0"/>
                                          </p:val>
                                        </p:tav>
                                        <p:tav tm="100000">
                                          <p:val>
                                            <p:strVal val="#ppt_h"/>
                                          </p:val>
                                        </p:tav>
                                      </p:tavLst>
                                    </p:anim>
                                    <p:animEffect transition="in" filter="fade">
                                      <p:cBhvr>
                                        <p:cTn id="71" dur="500"/>
                                        <p:tgtEl>
                                          <p:spTgt spid="86"/>
                                        </p:tgtEl>
                                      </p:cBhvr>
                                    </p:animEffect>
                                  </p:childTnLst>
                                </p:cTn>
                              </p:par>
                            </p:childTnLst>
                          </p:cTn>
                        </p:par>
                        <p:par>
                          <p:cTn id="72" fill="hold">
                            <p:stCondLst>
                              <p:cond delay="6750"/>
                            </p:stCondLst>
                            <p:childTnLst>
                              <p:par>
                                <p:cTn id="73" presetID="22" presetClass="entr" presetSubtype="8" fill="hold" grpId="0" nodeType="afterEffect">
                                  <p:stCondLst>
                                    <p:cond delay="0"/>
                                  </p:stCondLst>
                                  <p:childTnLst>
                                    <p:set>
                                      <p:cBhvr>
                                        <p:cTn id="74" dur="1" fill="hold">
                                          <p:stCondLst>
                                            <p:cond delay="0"/>
                                          </p:stCondLst>
                                        </p:cTn>
                                        <p:tgtEl>
                                          <p:spTgt spid="66"/>
                                        </p:tgtEl>
                                        <p:attrNameLst>
                                          <p:attrName>style.visibility</p:attrName>
                                        </p:attrNameLst>
                                      </p:cBhvr>
                                      <p:to>
                                        <p:strVal val="visible"/>
                                      </p:to>
                                    </p:set>
                                    <p:animEffect transition="in" filter="wipe(left)">
                                      <p:cBhvr>
                                        <p:cTn id="75" dur="500"/>
                                        <p:tgtEl>
                                          <p:spTgt spid="66"/>
                                        </p:tgtEl>
                                      </p:cBhvr>
                                    </p:animEffect>
                                  </p:childTnLst>
                                </p:cTn>
                              </p:par>
                            </p:childTnLst>
                          </p:cTn>
                        </p:par>
                        <p:par>
                          <p:cTn id="76" fill="hold">
                            <p:stCondLst>
                              <p:cond delay="7250"/>
                            </p:stCondLst>
                            <p:childTnLst>
                              <p:par>
                                <p:cTn id="77" presetID="42" presetClass="entr" presetSubtype="0" fill="hold" grpId="0" nodeType="after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500"/>
                                        <p:tgtEl>
                                          <p:spTgt spid="65"/>
                                        </p:tgtEl>
                                      </p:cBhvr>
                                    </p:animEffect>
                                    <p:anim calcmode="lin" valueType="num">
                                      <p:cBhvr>
                                        <p:cTn id="80" dur="500" fill="hold"/>
                                        <p:tgtEl>
                                          <p:spTgt spid="65"/>
                                        </p:tgtEl>
                                        <p:attrNameLst>
                                          <p:attrName>ppt_x</p:attrName>
                                        </p:attrNameLst>
                                      </p:cBhvr>
                                      <p:tavLst>
                                        <p:tav tm="0">
                                          <p:val>
                                            <p:strVal val="#ppt_x"/>
                                          </p:val>
                                        </p:tav>
                                        <p:tav tm="100000">
                                          <p:val>
                                            <p:strVal val="#ppt_x"/>
                                          </p:val>
                                        </p:tav>
                                      </p:tavLst>
                                    </p:anim>
                                    <p:anim calcmode="lin" valueType="num">
                                      <p:cBhvr>
                                        <p:cTn id="81" dur="500" fill="hold"/>
                                        <p:tgtEl>
                                          <p:spTgt spid="65"/>
                                        </p:tgtEl>
                                        <p:attrNameLst>
                                          <p:attrName>ppt_y</p:attrName>
                                        </p:attrNameLst>
                                      </p:cBhvr>
                                      <p:tavLst>
                                        <p:tav tm="0">
                                          <p:val>
                                            <p:strVal val="#ppt_y+.1"/>
                                          </p:val>
                                        </p:tav>
                                        <p:tav tm="100000">
                                          <p:val>
                                            <p:strVal val="#ppt_y"/>
                                          </p:val>
                                        </p:tav>
                                      </p:tavLst>
                                    </p:anim>
                                  </p:childTnLst>
                                </p:cTn>
                              </p:par>
                            </p:childTnLst>
                          </p:cTn>
                        </p:par>
                        <p:par>
                          <p:cTn id="82" fill="hold">
                            <p:stCondLst>
                              <p:cond delay="7750"/>
                            </p:stCondLst>
                            <p:childTnLst>
                              <p:par>
                                <p:cTn id="83" presetID="22" presetClass="entr" presetSubtype="8" fill="hold" grpId="0" nodeType="after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wipe(left)">
                                      <p:cBhvr>
                                        <p:cTn id="85" dur="500"/>
                                        <p:tgtEl>
                                          <p:spTgt spid="3"/>
                                        </p:tgtEl>
                                      </p:cBhvr>
                                    </p:animEffect>
                                  </p:childTnLst>
                                </p:cTn>
                              </p:par>
                            </p:childTnLst>
                          </p:cTn>
                        </p:par>
                        <p:par>
                          <p:cTn id="86" fill="hold">
                            <p:stCondLst>
                              <p:cond delay="8250"/>
                            </p:stCondLst>
                            <p:childTnLst>
                              <p:par>
                                <p:cTn id="87" presetID="42" presetClass="entr" presetSubtype="0" fill="hold" grpId="0" nodeType="afterEffect">
                                  <p:stCondLst>
                                    <p:cond delay="0"/>
                                  </p:stCondLst>
                                  <p:childTnLst>
                                    <p:set>
                                      <p:cBhvr>
                                        <p:cTn id="88" dur="1" fill="hold">
                                          <p:stCondLst>
                                            <p:cond delay="0"/>
                                          </p:stCondLst>
                                        </p:cTn>
                                        <p:tgtEl>
                                          <p:spTgt spid="2"/>
                                        </p:tgtEl>
                                        <p:attrNameLst>
                                          <p:attrName>style.visibility</p:attrName>
                                        </p:attrNameLst>
                                      </p:cBhvr>
                                      <p:to>
                                        <p:strVal val="visible"/>
                                      </p:to>
                                    </p:set>
                                    <p:animEffect transition="in" filter="fade">
                                      <p:cBhvr>
                                        <p:cTn id="89" dur="500"/>
                                        <p:tgtEl>
                                          <p:spTgt spid="2"/>
                                        </p:tgtEl>
                                      </p:cBhvr>
                                    </p:animEffect>
                                    <p:anim calcmode="lin" valueType="num">
                                      <p:cBhvr>
                                        <p:cTn id="90" dur="500" fill="hold"/>
                                        <p:tgtEl>
                                          <p:spTgt spid="2"/>
                                        </p:tgtEl>
                                        <p:attrNameLst>
                                          <p:attrName>ppt_x</p:attrName>
                                        </p:attrNameLst>
                                      </p:cBhvr>
                                      <p:tavLst>
                                        <p:tav tm="0">
                                          <p:val>
                                            <p:strVal val="#ppt_x"/>
                                          </p:val>
                                        </p:tav>
                                        <p:tav tm="100000">
                                          <p:val>
                                            <p:strVal val="#ppt_x"/>
                                          </p:val>
                                        </p:tav>
                                      </p:tavLst>
                                    </p:anim>
                                    <p:anim calcmode="lin" valueType="num">
                                      <p:cBhvr>
                                        <p:cTn id="91" dur="500" fill="hold"/>
                                        <p:tgtEl>
                                          <p:spTgt spid="2"/>
                                        </p:tgtEl>
                                        <p:attrNameLst>
                                          <p:attrName>ppt_y</p:attrName>
                                        </p:attrNameLst>
                                      </p:cBhvr>
                                      <p:tavLst>
                                        <p:tav tm="0">
                                          <p:val>
                                            <p:strVal val="#ppt_y+.1"/>
                                          </p:val>
                                        </p:tav>
                                        <p:tav tm="100000">
                                          <p:val>
                                            <p:strVal val="#ppt_y"/>
                                          </p:val>
                                        </p:tav>
                                      </p:tavLst>
                                    </p:anim>
                                  </p:childTnLst>
                                </p:cTn>
                              </p:par>
                            </p:childTnLst>
                          </p:cTn>
                        </p:par>
                        <p:par>
                          <p:cTn id="92" fill="hold">
                            <p:stCondLst>
                              <p:cond delay="8750"/>
                            </p:stCondLst>
                            <p:childTnLst>
                              <p:par>
                                <p:cTn id="93" presetID="53" presetClass="entr" presetSubtype="16" fill="hold" nodeType="afterEffect">
                                  <p:stCondLst>
                                    <p:cond delay="0"/>
                                  </p:stCondLst>
                                  <p:childTnLst>
                                    <p:set>
                                      <p:cBhvr>
                                        <p:cTn id="94" dur="1" fill="hold">
                                          <p:stCondLst>
                                            <p:cond delay="0"/>
                                          </p:stCondLst>
                                        </p:cTn>
                                        <p:tgtEl>
                                          <p:spTgt spid="4"/>
                                        </p:tgtEl>
                                        <p:attrNameLst>
                                          <p:attrName>style.visibility</p:attrName>
                                        </p:attrNameLst>
                                      </p:cBhvr>
                                      <p:to>
                                        <p:strVal val="visible"/>
                                      </p:to>
                                    </p:set>
                                    <p:anim calcmode="lin" valueType="num">
                                      <p:cBhvr>
                                        <p:cTn id="95" dur="500" fill="hold"/>
                                        <p:tgtEl>
                                          <p:spTgt spid="4"/>
                                        </p:tgtEl>
                                        <p:attrNameLst>
                                          <p:attrName>ppt_w</p:attrName>
                                        </p:attrNameLst>
                                      </p:cBhvr>
                                      <p:tavLst>
                                        <p:tav tm="0">
                                          <p:val>
                                            <p:fltVal val="0"/>
                                          </p:val>
                                        </p:tav>
                                        <p:tav tm="100000">
                                          <p:val>
                                            <p:strVal val="#ppt_w"/>
                                          </p:val>
                                        </p:tav>
                                      </p:tavLst>
                                    </p:anim>
                                    <p:anim calcmode="lin" valueType="num">
                                      <p:cBhvr>
                                        <p:cTn id="96" dur="500" fill="hold"/>
                                        <p:tgtEl>
                                          <p:spTgt spid="4"/>
                                        </p:tgtEl>
                                        <p:attrNameLst>
                                          <p:attrName>ppt_h</p:attrName>
                                        </p:attrNameLst>
                                      </p:cBhvr>
                                      <p:tavLst>
                                        <p:tav tm="0">
                                          <p:val>
                                            <p:fltVal val="0"/>
                                          </p:val>
                                        </p:tav>
                                        <p:tav tm="100000">
                                          <p:val>
                                            <p:strVal val="#ppt_h"/>
                                          </p:val>
                                        </p:tav>
                                      </p:tavLst>
                                    </p:anim>
                                    <p:animEffect transition="in" filter="fade">
                                      <p:cBhvr>
                                        <p:cTn id="9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46" grpId="0"/>
      <p:bldP spid="63" grpId="0"/>
      <p:bldP spid="64" grpId="0"/>
      <p:bldP spid="65" grpId="0"/>
      <p:bldP spid="66"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0" y="0"/>
            <a:ext cx="12192000" cy="6858000"/>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 name="TextBox 41">
            <a:extLst>
              <a:ext uri="{FF2B5EF4-FFF2-40B4-BE49-F238E27FC236}">
                <a16:creationId xmlns:a16="http://schemas.microsoft.com/office/drawing/2014/main" id="{6ABD175D-4C38-3FA1-8C5E-CED33CC9FB9F}"/>
              </a:ext>
            </a:extLst>
          </p:cNvPr>
          <p:cNvSpPr txBox="1"/>
          <p:nvPr>
            <p:custDataLst>
              <p:tags r:id="rId2"/>
            </p:custDataLst>
          </p:nvPr>
        </p:nvSpPr>
        <p:spPr>
          <a:xfrm>
            <a:off x="1320303" y="944084"/>
            <a:ext cx="9786025" cy="6186309"/>
          </a:xfrm>
          <a:prstGeom prst="rect">
            <a:avLst/>
          </a:prstGeom>
          <a:noFill/>
        </p:spPr>
        <p:txBody>
          <a:bodyPr wrap="square" rtlCol="0">
            <a:spAutoFit/>
          </a:bodyPr>
          <a:lstStyle/>
          <a:p>
            <a:pPr algn="ctr"/>
            <a:r>
              <a:rPr lang="fr-CA" sz="2800" b="1" dirty="0">
                <a:solidFill>
                  <a:schemeClr val="bg1"/>
                </a:solidFill>
                <a:latin typeface="Nunito" pitchFamily="2" charset="0"/>
              </a:rPr>
              <a:t>Ce sera un superbe weekend rassembleur et nous comptons sur vous pour faire vivre l’évènement en magasin. </a:t>
            </a:r>
          </a:p>
          <a:p>
            <a:pPr algn="ctr"/>
            <a:endParaRPr lang="fr-CA" sz="2800" b="1" dirty="0">
              <a:solidFill>
                <a:schemeClr val="bg1"/>
              </a:solidFill>
              <a:latin typeface="Nunito" pitchFamily="2" charset="0"/>
            </a:endParaRPr>
          </a:p>
          <a:p>
            <a:pPr algn="ctr"/>
            <a:r>
              <a:rPr lang="fr-CA" sz="2800" b="1" dirty="0">
                <a:solidFill>
                  <a:schemeClr val="bg1"/>
                </a:solidFill>
                <a:latin typeface="Nunito" pitchFamily="2" charset="0"/>
              </a:rPr>
              <a:t>Nous vous avons fait parvenir une invitation pour le </a:t>
            </a:r>
            <a:r>
              <a:rPr lang="fr-CA" sz="2800" b="1" u="sng" dirty="0">
                <a:solidFill>
                  <a:schemeClr val="bg1"/>
                </a:solidFill>
                <a:latin typeface="Nunito" pitchFamily="2" charset="0"/>
              </a:rPr>
              <a:t>12 juin</a:t>
            </a:r>
            <a:r>
              <a:rPr lang="fr-CA" sz="2800" b="1" dirty="0">
                <a:solidFill>
                  <a:schemeClr val="bg1"/>
                </a:solidFill>
                <a:latin typeface="Nunito" pitchFamily="2" charset="0"/>
              </a:rPr>
              <a:t> afin de faire le suivi sur vos initiatives prévues et répondre à vos questions entourant l’évènement.</a:t>
            </a:r>
          </a:p>
          <a:p>
            <a:pPr algn="ctr"/>
            <a:endParaRPr lang="fr-CA" sz="2800" b="1" dirty="0">
              <a:solidFill>
                <a:schemeClr val="bg1"/>
              </a:solidFill>
              <a:latin typeface="Nunito" pitchFamily="2" charset="0"/>
            </a:endParaRPr>
          </a:p>
          <a:p>
            <a:pPr algn="ctr"/>
            <a:r>
              <a:rPr lang="fr-CA" sz="2800" b="1" dirty="0">
                <a:solidFill>
                  <a:schemeClr val="bg1"/>
                </a:solidFill>
                <a:latin typeface="Nunito" pitchFamily="2" charset="0"/>
              </a:rPr>
              <a:t>N’hésitez pas si vous avez besoin de conseils, l’équipe marketing est là pour vous guider. </a:t>
            </a:r>
          </a:p>
          <a:p>
            <a:pPr algn="ctr"/>
            <a:endParaRPr lang="fr-CA" sz="2800" b="1" dirty="0">
              <a:solidFill>
                <a:schemeClr val="bg1"/>
              </a:solidFill>
              <a:latin typeface="Nunito" pitchFamily="2" charset="0"/>
            </a:endParaRPr>
          </a:p>
          <a:p>
            <a:pPr algn="ctr"/>
            <a:r>
              <a:rPr lang="fr-CA" sz="6000" b="1" dirty="0">
                <a:solidFill>
                  <a:schemeClr val="bg1"/>
                </a:solidFill>
                <a:latin typeface="Nunito" pitchFamily="2" charset="0"/>
              </a:rPr>
              <a:t>MERCI!</a:t>
            </a:r>
            <a:r>
              <a:rPr lang="fr-CA" sz="4800" b="1" dirty="0">
                <a:solidFill>
                  <a:schemeClr val="bg1"/>
                </a:solidFill>
                <a:latin typeface="Nunito" pitchFamily="2" charset="0"/>
              </a:rPr>
              <a:t> </a:t>
            </a:r>
          </a:p>
          <a:p>
            <a:pPr algn="ctr"/>
            <a:endParaRPr lang="id-ID" sz="2800" b="1" dirty="0">
              <a:solidFill>
                <a:schemeClr val="bg1"/>
              </a:solidFill>
              <a:latin typeface="Nunito" pitchFamily="2" charset="0"/>
            </a:endParaRPr>
          </a:p>
        </p:txBody>
      </p:sp>
    </p:spTree>
    <p:extLst>
      <p:ext uri="{BB962C8B-B14F-4D97-AF65-F5344CB8AC3E}">
        <p14:creationId xmlns:p14="http://schemas.microsoft.com/office/powerpoint/2010/main" val="363642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NUM" val="17"/>
</p:tagLst>
</file>

<file path=ppt/tags/tag2.xml><?xml version="1.0" encoding="utf-8"?>
<p:tagLst xmlns:a="http://schemas.openxmlformats.org/drawingml/2006/main" xmlns:r="http://schemas.openxmlformats.org/officeDocument/2006/relationships" xmlns:p="http://schemas.openxmlformats.org/presentationml/2006/main">
  <p:tag name="NUM" val="19"/>
</p:tagLst>
</file>

<file path=ppt/tags/tag3.xml><?xml version="1.0" encoding="utf-8"?>
<p:tagLst xmlns:a="http://schemas.openxmlformats.org/drawingml/2006/main" xmlns:r="http://schemas.openxmlformats.org/officeDocument/2006/relationships" xmlns:p="http://schemas.openxmlformats.org/presentationml/2006/main">
  <p:tag name="NUM" val="19"/>
</p:tagLst>
</file>

<file path=ppt/tags/tag4.xml><?xml version="1.0" encoding="utf-8"?>
<p:tagLst xmlns:a="http://schemas.openxmlformats.org/drawingml/2006/main" xmlns:r="http://schemas.openxmlformats.org/officeDocument/2006/relationships" xmlns:p="http://schemas.openxmlformats.org/presentationml/2006/main">
  <p:tag name="NUM" val="17"/>
</p:tagLst>
</file>

<file path=ppt/tags/tag5.xml><?xml version="1.0" encoding="utf-8"?>
<p:tagLst xmlns:a="http://schemas.openxmlformats.org/drawingml/2006/main" xmlns:r="http://schemas.openxmlformats.org/officeDocument/2006/relationships" xmlns:p="http://schemas.openxmlformats.org/presentationml/2006/main">
  <p:tag name="NUM" val="19"/>
</p:tagLst>
</file>

<file path=ppt/tags/tag6.xml><?xml version="1.0" encoding="utf-8"?>
<p:tagLst xmlns:a="http://schemas.openxmlformats.org/drawingml/2006/main" xmlns:r="http://schemas.openxmlformats.org/officeDocument/2006/relationships" xmlns:p="http://schemas.openxmlformats.org/presentationml/2006/main">
  <p:tag name="NUM" val="17"/>
</p:tagLst>
</file>

<file path=ppt/tags/tag7.xml><?xml version="1.0" encoding="utf-8"?>
<p:tagLst xmlns:a="http://schemas.openxmlformats.org/drawingml/2006/main" xmlns:r="http://schemas.openxmlformats.org/officeDocument/2006/relationships" xmlns:p="http://schemas.openxmlformats.org/presentationml/2006/main">
  <p:tag name="NUM" val="19"/>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3"/>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17"/>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17"/>
</p:tagLst>
</file>

<file path=ppt/tags/tag22.xml><?xml version="1.0" encoding="utf-8"?>
<p:tagLst xmlns:a="http://schemas.openxmlformats.org/drawingml/2006/main" xmlns:r="http://schemas.openxmlformats.org/officeDocument/2006/relationships" xmlns:p="http://schemas.openxmlformats.org/presentationml/2006/main">
  <p:tag name="NUM" val="18"/>
</p:tagLst>
</file>

<file path=ppt/tags/tag23.xml><?xml version="1.0" encoding="utf-8"?>
<p:tagLst xmlns:a="http://schemas.openxmlformats.org/drawingml/2006/main" xmlns:r="http://schemas.openxmlformats.org/officeDocument/2006/relationships" xmlns:p="http://schemas.openxmlformats.org/presentationml/2006/main">
  <p:tag name="NUM" val="19"/>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17"/>
</p:tagLst>
</file>

<file path=ppt/tags/tag26.xml><?xml version="1.0" encoding="utf-8"?>
<p:tagLst xmlns:a="http://schemas.openxmlformats.org/drawingml/2006/main" xmlns:r="http://schemas.openxmlformats.org/officeDocument/2006/relationships" xmlns:p="http://schemas.openxmlformats.org/presentationml/2006/main">
  <p:tag name="NUM" val="19"/>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17"/>
</p:tagLst>
</file>

<file path=ppt/tags/tag29.xml><?xml version="1.0" encoding="utf-8"?>
<p:tagLst xmlns:a="http://schemas.openxmlformats.org/drawingml/2006/main" xmlns:r="http://schemas.openxmlformats.org/officeDocument/2006/relationships" xmlns:p="http://schemas.openxmlformats.org/presentationml/2006/main">
  <p:tag name="NUM" val="19"/>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17"/>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4"/>
</p:tagLst>
</file>

<file path=ppt/tags/tag36.xml><?xml version="1.0" encoding="utf-8"?>
<p:tagLst xmlns:a="http://schemas.openxmlformats.org/drawingml/2006/main" xmlns:r="http://schemas.openxmlformats.org/officeDocument/2006/relationships" xmlns:p="http://schemas.openxmlformats.org/presentationml/2006/main">
  <p:tag name="NUM" val="5"/>
</p:tagLst>
</file>

<file path=ppt/tags/tag37.xml><?xml version="1.0" encoding="utf-8"?>
<p:tagLst xmlns:a="http://schemas.openxmlformats.org/drawingml/2006/main" xmlns:r="http://schemas.openxmlformats.org/officeDocument/2006/relationships" xmlns:p="http://schemas.openxmlformats.org/presentationml/2006/main">
  <p:tag name="NUM" val="6"/>
</p:tagLst>
</file>

<file path=ppt/tags/tag38.xml><?xml version="1.0" encoding="utf-8"?>
<p:tagLst xmlns:a="http://schemas.openxmlformats.org/drawingml/2006/main" xmlns:r="http://schemas.openxmlformats.org/officeDocument/2006/relationships" xmlns:p="http://schemas.openxmlformats.org/presentationml/2006/main">
  <p:tag name="NUM" val="7"/>
</p:tagLst>
</file>

<file path=ppt/tags/tag39.xml><?xml version="1.0" encoding="utf-8"?>
<p:tagLst xmlns:a="http://schemas.openxmlformats.org/drawingml/2006/main" xmlns:r="http://schemas.openxmlformats.org/officeDocument/2006/relationships" xmlns:p="http://schemas.openxmlformats.org/presentationml/2006/main">
  <p:tag name="NUM" val="8"/>
</p:tagLst>
</file>

<file path=ppt/tags/tag40.xml><?xml version="1.0" encoding="utf-8"?>
<p:tagLst xmlns:a="http://schemas.openxmlformats.org/drawingml/2006/main" xmlns:r="http://schemas.openxmlformats.org/officeDocument/2006/relationships" xmlns:p="http://schemas.openxmlformats.org/presentationml/2006/main">
  <p:tag name="NUM" val="9"/>
</p:tagLst>
</file>

<file path=ppt/tags/tag41.xml><?xml version="1.0" encoding="utf-8"?>
<p:tagLst xmlns:a="http://schemas.openxmlformats.org/drawingml/2006/main" xmlns:r="http://schemas.openxmlformats.org/officeDocument/2006/relationships" xmlns:p="http://schemas.openxmlformats.org/presentationml/2006/main">
  <p:tag name="NUM" val="10"/>
</p:tagLst>
</file>

<file path=ppt/tags/tag42.xml><?xml version="1.0" encoding="utf-8"?>
<p:tagLst xmlns:a="http://schemas.openxmlformats.org/drawingml/2006/main" xmlns:r="http://schemas.openxmlformats.org/officeDocument/2006/relationships" xmlns:p="http://schemas.openxmlformats.org/presentationml/2006/main">
  <p:tag name="NUM" val="11"/>
</p:tagLst>
</file>

<file path=ppt/tags/tag43.xml><?xml version="1.0" encoding="utf-8"?>
<p:tagLst xmlns:a="http://schemas.openxmlformats.org/drawingml/2006/main" xmlns:r="http://schemas.openxmlformats.org/officeDocument/2006/relationships" xmlns:p="http://schemas.openxmlformats.org/presentationml/2006/main">
  <p:tag name="NUM" val="12"/>
</p:tagLst>
</file>

<file path=ppt/tags/tag44.xml><?xml version="1.0" encoding="utf-8"?>
<p:tagLst xmlns:a="http://schemas.openxmlformats.org/drawingml/2006/main" xmlns:r="http://schemas.openxmlformats.org/officeDocument/2006/relationships" xmlns:p="http://schemas.openxmlformats.org/presentationml/2006/main">
  <p:tag name="NUM" val="13"/>
</p:tagLst>
</file>

<file path=ppt/tags/tag45.xml><?xml version="1.0" encoding="utf-8"?>
<p:tagLst xmlns:a="http://schemas.openxmlformats.org/drawingml/2006/main" xmlns:r="http://schemas.openxmlformats.org/officeDocument/2006/relationships" xmlns:p="http://schemas.openxmlformats.org/presentationml/2006/main">
  <p:tag name="NUM" val="14"/>
</p:tagLst>
</file>

<file path=ppt/tags/tag46.xml><?xml version="1.0" encoding="utf-8"?>
<p:tagLst xmlns:a="http://schemas.openxmlformats.org/drawingml/2006/main" xmlns:r="http://schemas.openxmlformats.org/officeDocument/2006/relationships" xmlns:p="http://schemas.openxmlformats.org/presentationml/2006/main">
  <p:tag name="NUM" val="15"/>
</p:tagLst>
</file>

<file path=ppt/tags/tag47.xml><?xml version="1.0" encoding="utf-8"?>
<p:tagLst xmlns:a="http://schemas.openxmlformats.org/drawingml/2006/main" xmlns:r="http://schemas.openxmlformats.org/officeDocument/2006/relationships" xmlns:p="http://schemas.openxmlformats.org/presentationml/2006/main">
  <p:tag name="NUM" val="16"/>
</p:tagLst>
</file>

<file path=ppt/tags/tag48.xml><?xml version="1.0" encoding="utf-8"?>
<p:tagLst xmlns:a="http://schemas.openxmlformats.org/drawingml/2006/main" xmlns:r="http://schemas.openxmlformats.org/officeDocument/2006/relationships" xmlns:p="http://schemas.openxmlformats.org/presentationml/2006/main">
  <p:tag name="NUM" val="17"/>
</p:tagLst>
</file>

<file path=ppt/tags/tag49.xml><?xml version="1.0" encoding="utf-8"?>
<p:tagLst xmlns:a="http://schemas.openxmlformats.org/drawingml/2006/main" xmlns:r="http://schemas.openxmlformats.org/officeDocument/2006/relationships" xmlns:p="http://schemas.openxmlformats.org/presentationml/2006/main">
  <p:tag name="NUM" val="20"/>
</p:tagLst>
</file>

<file path=ppt/tags/tag50.xml><?xml version="1.0" encoding="utf-8"?>
<p:tagLst xmlns:a="http://schemas.openxmlformats.org/drawingml/2006/main" xmlns:r="http://schemas.openxmlformats.org/officeDocument/2006/relationships" xmlns:p="http://schemas.openxmlformats.org/presentationml/2006/main">
  <p:tag name="NUM" val="21"/>
</p:tagLst>
</file>

<file path=ppt/tags/tag51.xml><?xml version="1.0" encoding="utf-8"?>
<p:tagLst xmlns:a="http://schemas.openxmlformats.org/drawingml/2006/main" xmlns:r="http://schemas.openxmlformats.org/officeDocument/2006/relationships" xmlns:p="http://schemas.openxmlformats.org/presentationml/2006/main">
  <p:tag name="NUM" val="22"/>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10">
      <a:majorFont>
        <a:latin typeface="Roboto Black"/>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117BAED-9F96-4D2F-A78A-8C4C36EA6019}"/>
</file>

<file path=customXml/itemProps2.xml><?xml version="1.0" encoding="utf-8"?>
<ds:datastoreItem xmlns:ds="http://schemas.openxmlformats.org/officeDocument/2006/customXml" ds:itemID="{79FA5A85-3F7B-46D4-9CEC-83D6719802F4}"/>
</file>

<file path=customXml/itemProps3.xml><?xml version="1.0" encoding="utf-8"?>
<ds:datastoreItem xmlns:ds="http://schemas.openxmlformats.org/officeDocument/2006/customXml" ds:itemID="{A1735311-A0DE-47A5-8AA2-39A9B053DE1F}"/>
</file>

<file path=docProps/app.xml><?xml version="1.0" encoding="utf-8"?>
<Properties xmlns="http://schemas.openxmlformats.org/officeDocument/2006/extended-properties" xmlns:vt="http://schemas.openxmlformats.org/officeDocument/2006/docPropsVTypes">
  <TotalTime>15137</TotalTime>
  <Words>1514</Words>
  <Application>Microsoft Office PowerPoint</Application>
  <PresentationFormat>Grand écran</PresentationFormat>
  <Paragraphs>118</Paragraphs>
  <Slides>14</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Nunito</vt:lpstr>
      <vt:lpstr>Symbol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Veronique Dion</cp:lastModifiedBy>
  <cp:revision>434</cp:revision>
  <dcterms:created xsi:type="dcterms:W3CDTF">2017-10-10T07:21:53Z</dcterms:created>
  <dcterms:modified xsi:type="dcterms:W3CDTF">2025-06-12T14:57:18Z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ies>
</file>