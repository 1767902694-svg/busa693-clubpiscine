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6" r:id="rId5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7AB"/>
    <a:srgbClr val="7FCDE9"/>
    <a:srgbClr val="3068D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59" d="100"/>
          <a:sy n="59" d="100"/>
        </p:scale>
        <p:origin x="2597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2025-05-14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2025-05-14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2025-05-14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AF35-53EF-34BF-5EBB-6E128490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61A549-40C0-D7A0-1E66-93D3D407217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Instructions de vente SPÉCIALES du 17 au 19 mai 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4F5C0C-5CF2-AE6C-16F8-5DC9CA60092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6" y="2252637"/>
            <a:ext cx="6408713" cy="4847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dirty="0">
                <a:latin typeface="Nunito" pitchFamily="2" charset="0"/>
              </a:rPr>
              <a:t>Voici le détail d’une promotion weekend silencieuse (non diffusée) d’une durée de 3 jours, effective du 17 au 19 mai 2025. Ces promotions s’ajoutent aux promotions déjà en cours.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b="1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r>
              <a:rPr lang="fr-CA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GAZEBOS</a:t>
            </a:r>
            <a:endParaRPr lang="fr-CA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Visscher</a:t>
            </a: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: Carte promo de 50$ par tranche de 1500$ pour les produits en inventaire.</a:t>
            </a:r>
          </a:p>
          <a:p>
            <a:pPr>
              <a:buNone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fr-CA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MEUBLES </a:t>
            </a:r>
            <a:endParaRPr lang="fr-CA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Carte promo de 50$ par tranche d’achat de 500$ avec achat minimum de 1000$.</a:t>
            </a:r>
          </a:p>
          <a:p>
            <a:pPr>
              <a:buNone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fr-CA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SPA</a:t>
            </a:r>
            <a:endParaRPr lang="fr-CA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Rabais additionnel de 750$ sur tous les JACUZZI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Rabais additionnel de 500$ sur les SOLSTICE </a:t>
            </a:r>
          </a:p>
          <a:p>
            <a:pPr>
              <a:buNone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OU</a:t>
            </a:r>
          </a:p>
          <a:p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Financement (Code 36369) – 36 mois @4.99% consommateur </a:t>
            </a:r>
          </a:p>
          <a:p>
            <a:endParaRPr lang="fr-CA" sz="1100" b="1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D6C500A-3847-59CE-93C5-EE4B10B618F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EEAE25DF-A0EE-CA37-4B91-EA7FF28DEFF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BC988F3A-F593-1BE3-543B-79B2AA7F41F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82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BE203D-47A7-4DD1-98CB-B70B306EC13D}"/>
</file>

<file path=customXml/itemProps2.xml><?xml version="1.0" encoding="utf-8"?>
<ds:datastoreItem xmlns:ds="http://schemas.openxmlformats.org/officeDocument/2006/customXml" ds:itemID="{11E1C49C-B943-4250-BB39-87973E798E95}">
  <ds:schemaRefs>
    <ds:schemaRef ds:uri="8682f7ec-9bef-4d6d-8d5c-0ec39e002ff3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52405</TotalTime>
  <Words>119</Words>
  <Application>Microsoft Office PowerPoint</Application>
  <PresentationFormat>Affichage à l'écran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Nunito</vt:lpstr>
      <vt:lpstr>Thème Office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1671</cp:revision>
  <cp:lastPrinted>2022-04-27T14:46:34Z</cp:lastPrinted>
  <dcterms:created xsi:type="dcterms:W3CDTF">2017-05-24T18:44:46Z</dcterms:created>
  <dcterms:modified xsi:type="dcterms:W3CDTF">2025-05-14T21:37:19Z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